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tiff" ContentType="image/tif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3.xml" ContentType="application/vnd.openxmlformats-officedocument.theme+xml"/>
  <Override PartName="/ppt/slideLayouts/slideLayout8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8" r:id="rId1"/>
    <p:sldMasterId id="2147483797" r:id="rId2"/>
    <p:sldMasterId id="2147483816" r:id="rId3"/>
    <p:sldMasterId id="2147483683" r:id="rId4"/>
  </p:sldMasterIdLst>
  <p:notesMasterIdLst>
    <p:notesMasterId r:id="rId24"/>
  </p:notesMasterIdLst>
  <p:handoutMasterIdLst>
    <p:handoutMasterId r:id="rId25"/>
  </p:handoutMasterIdLst>
  <p:sldIdLst>
    <p:sldId id="283" r:id="rId5"/>
    <p:sldId id="306" r:id="rId6"/>
    <p:sldId id="307" r:id="rId7"/>
    <p:sldId id="308" r:id="rId8"/>
    <p:sldId id="309" r:id="rId9"/>
    <p:sldId id="310" r:id="rId10"/>
    <p:sldId id="320" r:id="rId11"/>
    <p:sldId id="319" r:id="rId12"/>
    <p:sldId id="318" r:id="rId13"/>
    <p:sldId id="311" r:id="rId14"/>
    <p:sldId id="314" r:id="rId15"/>
    <p:sldId id="317" r:id="rId16"/>
    <p:sldId id="316" r:id="rId17"/>
    <p:sldId id="315" r:id="rId18"/>
    <p:sldId id="313" r:id="rId19"/>
    <p:sldId id="321" r:id="rId20"/>
    <p:sldId id="312" r:id="rId21"/>
    <p:sldId id="322" r:id="rId22"/>
    <p:sldId id="280" r:id="rId23"/>
  </p:sldIdLst>
  <p:sldSz cx="12196763" cy="6858000"/>
  <p:notesSz cx="6858000" cy="9144000"/>
  <p:defaultTextStyle>
    <a:defPPr>
      <a:defRPr lang="en-US"/>
    </a:defPPr>
    <a:lvl1pPr marL="0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40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78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718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957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196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435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675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913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封面页_图片版" id="{E8D0D622-F6C6-F44A-B365-B4A5FF6195C2}">
          <p14:sldIdLst>
            <p14:sldId id="283"/>
          </p14:sldIdLst>
        </p14:section>
        <p14:section name="目录页" id="{9D221634-295C-7843-AF5C-A0CB4F229241}">
          <p14:sldIdLst/>
        </p14:section>
        <p14:section name="章节页" id="{FD05EE94-C931-8C4B-83A2-004B32AA1207}">
          <p14:sldIdLst>
            <p14:sldId id="306"/>
            <p14:sldId id="307"/>
            <p14:sldId id="308"/>
            <p14:sldId id="309"/>
            <p14:sldId id="310"/>
            <p14:sldId id="320"/>
            <p14:sldId id="319"/>
            <p14:sldId id="318"/>
            <p14:sldId id="311"/>
            <p14:sldId id="314"/>
            <p14:sldId id="317"/>
            <p14:sldId id="316"/>
            <p14:sldId id="315"/>
            <p14:sldId id="313"/>
            <p14:sldId id="321"/>
            <p14:sldId id="312"/>
            <p14:sldId id="322"/>
          </p14:sldIdLst>
        </p14:section>
        <p14:section name="结束页" id="{3F9D54A7-3BE2-2540-BB4C-DFE5509085F3}">
          <p14:sldIdLst>
            <p14:sldId id="280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000000"/>
    <a:srgbClr val="E9002F"/>
    <a:srgbClr val="595757"/>
    <a:srgbClr val="221815"/>
    <a:srgbClr val="888888"/>
    <a:srgbClr val="898989"/>
    <a:srgbClr val="B5B5B5"/>
    <a:srgbClr val="DDDDDD"/>
    <a:srgbClr val="D0E8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2833802-FEF1-4C79-8D5D-14CF1EAF98D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6291"/>
  </p:normalViewPr>
  <p:slideViewPr>
    <p:cSldViewPr snapToGrid="0" snapToObjects="1">
      <p:cViewPr>
        <p:scale>
          <a:sx n="100" d="100"/>
          <a:sy n="100" d="100"/>
        </p:scale>
        <p:origin x="72" y="39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96" d="100"/>
          <a:sy n="96" d="100"/>
        </p:scale>
        <p:origin x="3104" y="1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xmlns="" id="{8CC198DB-AFBD-584A-8986-364FF2B03F4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AD01315C-523F-A043-8029-B9921497126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CF71B8-DF2A-2E41-BE66-2E18A767DA8A}" type="datetimeFigureOut">
              <a:rPr lang="en-US" smtClean="0"/>
              <a:t>7/9/2024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B9601424-70F4-1643-8E3A-557A0258D6B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E85BF48A-FF5C-8145-95A7-EE66A87C73D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5F0CC5-85BE-A64A-BD47-54C66F7E93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0952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D60A27-BF12-6744-9E93-932A0E34D8BB}" type="datetimeFigureOut">
              <a:rPr lang="en-US" smtClean="0"/>
              <a:t>7/9/2024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7326F3-4732-B74B-9C70-D0992466E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6321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651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304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957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609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8261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913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566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7219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2748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8456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探索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667"/>
          <a:stretch/>
        </p:blipFill>
        <p:spPr>
          <a:xfrm>
            <a:off x="0" y="0"/>
            <a:ext cx="12206140" cy="5594695"/>
          </a:xfrm>
          <a:prstGeom prst="rect">
            <a:avLst/>
          </a:prstGeom>
        </p:spPr>
      </p:pic>
      <p:sp>
        <p:nvSpPr>
          <p:cNvPr id="7" name="L 形 6"/>
          <p:cNvSpPr/>
          <p:nvPr userDrawn="1"/>
        </p:nvSpPr>
        <p:spPr>
          <a:xfrm rot="5400000">
            <a:off x="7853942" y="2130562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xmlns="" id="{8227DEE9-8BE9-0D49-BF96-9E83C5312E0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  <a:ln>
            <a:noFill/>
            <a:prstDash val="dash"/>
          </a:ln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xmlns="" id="{2F43DA98-D48D-6947-95EF-BA3B05E6882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xmlns="" id="{52F8733E-C4C9-8D4D-8DDA-CAB265AC05A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13588" y="6227190"/>
            <a:ext cx="1617170" cy="322753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651949536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智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604"/>
          <a:stretch/>
        </p:blipFill>
        <p:spPr>
          <a:xfrm>
            <a:off x="0" y="375"/>
            <a:ext cx="12197432" cy="5599236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xmlns="" id="{62AA4863-E1EF-3342-A8CB-ECD4FD06CEB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xmlns="" id="{195303EA-8491-464F-99A0-67F948701C1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4128162" cy="643926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xmlns="" id="{56DBC59C-CE55-E340-A3AE-F88AAF0D756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13588" y="6227190"/>
            <a:ext cx="1617170" cy="322753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4" name="L 形 17">
            <a:extLst>
              <a:ext uri="{FF2B5EF4-FFF2-40B4-BE49-F238E27FC236}">
                <a16:creationId xmlns:a16="http://schemas.microsoft.com/office/drawing/2014/main" xmlns="" id="{3049C48A-4CAE-8940-8A29-89DE0543DF4C}"/>
              </a:ext>
            </a:extLst>
          </p:cNvPr>
          <p:cNvSpPr/>
          <p:nvPr userDrawn="1"/>
        </p:nvSpPr>
        <p:spPr>
          <a:xfrm rot="5400000">
            <a:off x="5369529" y="2370740"/>
            <a:ext cx="744262" cy="762208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</p:spTree>
    <p:extLst>
      <p:ext uri="{BB962C8B-B14F-4D97-AF65-F5344CB8AC3E}">
        <p14:creationId xmlns:p14="http://schemas.microsoft.com/office/powerpoint/2010/main" val="3514487387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创新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18476"/>
          <a:stretch/>
        </p:blipFill>
        <p:spPr>
          <a:xfrm>
            <a:off x="0" y="374"/>
            <a:ext cx="12197432" cy="5590529"/>
          </a:xfrm>
          <a:prstGeom prst="rect">
            <a:avLst/>
          </a:prstGeom>
        </p:spPr>
      </p:pic>
      <p:sp>
        <p:nvSpPr>
          <p:cNvPr id="9" name="L 形 8"/>
          <p:cNvSpPr/>
          <p:nvPr userDrawn="1"/>
        </p:nvSpPr>
        <p:spPr>
          <a:xfrm rot="5400000">
            <a:off x="5945516" y="2323519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xmlns="" id="{FB908F03-BBCC-164B-BE54-2E836D6E7C1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xmlns="" id="{A3BE9F9B-07D9-DD4C-9CEF-250804A4145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xmlns="" id="{93A299E5-0026-5A42-88AA-B3A7F29D3AB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13588" y="6227190"/>
            <a:ext cx="1617170" cy="322753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842669867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攀登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902"/>
          <a:stretch/>
        </p:blipFill>
        <p:spPr>
          <a:xfrm>
            <a:off x="0" y="-74021"/>
            <a:ext cx="12197432" cy="566871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8" name="L 形 7"/>
          <p:cNvSpPr/>
          <p:nvPr userDrawn="1"/>
        </p:nvSpPr>
        <p:spPr>
          <a:xfrm rot="5400000">
            <a:off x="7929967" y="1657555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xmlns="" id="{6BB7B2F8-0AF7-D04F-81DD-52FDB6B7326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xmlns="" id="{462D1BCC-0781-514D-8FE8-12F4AF64BC3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13588" y="6227190"/>
            <a:ext cx="1617170" cy="322753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537370765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3414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900" indent="0" algn="ctr">
              <a:buNone/>
              <a:defRPr sz="2598"/>
            </a:lvl2pPr>
            <a:lvl3pPr marL="1187798" indent="0" algn="ctr">
              <a:buNone/>
              <a:defRPr sz="2338"/>
            </a:lvl3pPr>
            <a:lvl4pPr marL="1781699" indent="0" algn="ctr">
              <a:buNone/>
              <a:defRPr sz="2079"/>
            </a:lvl4pPr>
            <a:lvl5pPr marL="2375598" indent="0" algn="ctr">
              <a:buNone/>
              <a:defRPr sz="2079"/>
            </a:lvl5pPr>
            <a:lvl6pPr marL="2969497" indent="0" algn="ctr">
              <a:buNone/>
              <a:defRPr sz="2079"/>
            </a:lvl6pPr>
            <a:lvl7pPr marL="3563396" indent="0" algn="ctr">
              <a:buNone/>
              <a:defRPr sz="2079"/>
            </a:lvl7pPr>
            <a:lvl8pPr marL="4157297" indent="0" algn="ctr">
              <a:buNone/>
              <a:defRPr sz="2079"/>
            </a:lvl8pPr>
            <a:lvl9pPr marL="4751195" indent="0" algn="ctr">
              <a:buNone/>
              <a:defRPr sz="2079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xmlns="" id="{CA8B3F0C-616F-224A-B32F-9F9BF5EEE1BC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726021" y="1512875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79388" marR="0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>
                <a:tab pos="1208088" algn="ctr"/>
              </a:tabLst>
              <a:defRPr sz="18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329026" marR="0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&gt;"/>
              <a:tabLst>
                <a:tab pos="1208088" algn="ctr"/>
              </a:tabLst>
              <a:defRPr sz="1600" baseline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1098575" marR="0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-"/>
              <a:tabLst>
                <a:tab pos="1208088" algn="ctr"/>
              </a:tabLst>
              <a:defRPr sz="1299" baseline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525850" indent="-171159">
              <a:buFont typeface="Arial" panose="020B0604020202020204" pitchFamily="34" charset="0"/>
              <a:buChar char="•"/>
              <a:tabLst>
                <a:tab pos="1208420" algn="ctr"/>
              </a:tabLst>
              <a:defRPr sz="1299" baseline="0"/>
            </a:lvl4pPr>
            <a:lvl5pPr marL="525850" indent="-171159">
              <a:buFont typeface="Arial" panose="020B0604020202020204" pitchFamily="34" charset="0"/>
              <a:buChar char="•"/>
              <a:tabLst>
                <a:tab pos="1208420" algn="ctr"/>
              </a:tabLst>
              <a:defRPr sz="1299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  <a:p>
            <a:pPr marL="329026" marR="0" lvl="1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8088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8575" marR="0" lvl="2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8088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8575" marR="0" lvl="2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8088" algn="ctr"/>
              </a:tabLst>
              <a:defRPr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518145158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900" indent="0" algn="ctr">
              <a:buNone/>
              <a:defRPr sz="2598"/>
            </a:lvl2pPr>
            <a:lvl3pPr marL="1187798" indent="0" algn="ctr">
              <a:buNone/>
              <a:defRPr sz="2338"/>
            </a:lvl3pPr>
            <a:lvl4pPr marL="1781699" indent="0" algn="ctr">
              <a:buNone/>
              <a:defRPr sz="2079"/>
            </a:lvl4pPr>
            <a:lvl5pPr marL="2375598" indent="0" algn="ctr">
              <a:buNone/>
              <a:defRPr sz="2079"/>
            </a:lvl5pPr>
            <a:lvl6pPr marL="2969497" indent="0" algn="ctr">
              <a:buNone/>
              <a:defRPr sz="2079"/>
            </a:lvl6pPr>
            <a:lvl7pPr marL="3563396" indent="0" algn="ctr">
              <a:buNone/>
              <a:defRPr sz="2079"/>
            </a:lvl7pPr>
            <a:lvl8pPr marL="4157297" indent="0" algn="ctr">
              <a:buNone/>
              <a:defRPr sz="2079"/>
            </a:lvl8pPr>
            <a:lvl9pPr marL="4751195" indent="0" algn="ctr">
              <a:buNone/>
              <a:defRPr sz="2079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xmlns="" id="{CA8B3F0C-616F-224A-B32F-9F9BF5EEE1BC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726021" y="1512875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79388" marR="0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>
                <a:tab pos="1208088" algn="ctr"/>
              </a:tabLst>
              <a:defRPr sz="18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329026" marR="0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&gt;"/>
              <a:tabLst>
                <a:tab pos="1208088" algn="ctr"/>
              </a:tabLst>
              <a:defRPr sz="1600" baseline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1098575" marR="0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-"/>
              <a:tabLst>
                <a:tab pos="1208088" algn="ctr"/>
              </a:tabLst>
              <a:defRPr sz="1299" baseline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525850" indent="-171159">
              <a:buFont typeface="Arial" panose="020B0604020202020204" pitchFamily="34" charset="0"/>
              <a:buChar char="•"/>
              <a:tabLst>
                <a:tab pos="1208420" algn="ctr"/>
              </a:tabLst>
              <a:defRPr sz="1299" baseline="0"/>
            </a:lvl4pPr>
            <a:lvl5pPr marL="525850" indent="-171159">
              <a:buFont typeface="Arial" panose="020B0604020202020204" pitchFamily="34" charset="0"/>
              <a:buChar char="•"/>
              <a:tabLst>
                <a:tab pos="1208420" algn="ctr"/>
              </a:tabLst>
              <a:defRPr sz="1299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  <a:p>
            <a:pPr marL="329026" marR="0" lvl="1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8088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8575" marR="0" lvl="2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8088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8575" marR="0" lvl="2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8088" algn="ctr"/>
              </a:tabLst>
              <a:defRPr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185791374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探索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667"/>
          <a:stretch/>
        </p:blipFill>
        <p:spPr>
          <a:xfrm>
            <a:off x="0" y="0"/>
            <a:ext cx="12206140" cy="5594695"/>
          </a:xfrm>
          <a:prstGeom prst="rect">
            <a:avLst/>
          </a:prstGeom>
        </p:spPr>
      </p:pic>
      <p:sp>
        <p:nvSpPr>
          <p:cNvPr id="7" name="L 形 6"/>
          <p:cNvSpPr/>
          <p:nvPr userDrawn="1"/>
        </p:nvSpPr>
        <p:spPr>
          <a:xfrm rot="5400000">
            <a:off x="7853942" y="2130562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xmlns="" id="{8227DEE9-8BE9-0D49-BF96-9E83C5312E0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  <a:ln>
            <a:noFill/>
            <a:prstDash val="dash"/>
          </a:ln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xmlns="" id="{2F43DA98-D48D-6947-95EF-BA3B05E6882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xmlns="" id="{52F8733E-C4C9-8D4D-8DDA-CAB265AC05A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13588" y="6227190"/>
            <a:ext cx="1617170" cy="322753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244691648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C1960DD1-8AC3-8F46-9D2D-BF81187F43FC}"/>
              </a:ext>
            </a:extLst>
          </p:cNvPr>
          <p:cNvSpPr txBox="1"/>
          <p:nvPr userDrawn="1"/>
        </p:nvSpPr>
        <p:spPr>
          <a:xfrm>
            <a:off x="607486" y="1402064"/>
            <a:ext cx="3921034" cy="854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4800" dirty="0">
                <a:solidFill>
                  <a:schemeClr val="tx1"/>
                </a:solidFill>
              </a:rPr>
              <a:t>Thank you.</a:t>
            </a:r>
          </a:p>
        </p:txBody>
      </p:sp>
    </p:spTree>
    <p:extLst>
      <p:ext uri="{BB962C8B-B14F-4D97-AF65-F5344CB8AC3E}">
        <p14:creationId xmlns:p14="http://schemas.microsoft.com/office/powerpoint/2010/main" val="36647860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tiff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tiff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tiff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619181AA-8E93-7743-ADEB-8A06A0DFC13A}"/>
              </a:ext>
            </a:extLst>
          </p:cNvPr>
          <p:cNvSpPr/>
          <p:nvPr userDrawn="1"/>
        </p:nvSpPr>
        <p:spPr>
          <a:xfrm>
            <a:off x="0" y="5590903"/>
            <a:ext cx="12196763" cy="126709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E6E8B5C1-4D37-8442-902D-D86F9BBDE27E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8751" y="5970991"/>
            <a:ext cx="2260800" cy="489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1048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9" r:id="rId1"/>
    <p:sldLayoutId id="2147483820" r:id="rId2"/>
    <p:sldLayoutId id="2147483892" r:id="rId3"/>
    <p:sldLayoutId id="2147483824" r:id="rId4"/>
    <p:sldLayoutId id="2147483893" r:id="rId5"/>
  </p:sldLayoutIdLst>
  <p:hf hdr="0" ftr="0" dt="0"/>
  <p:txStyles>
    <p:titleStyle>
      <a:lvl1pPr algn="l" defTabSz="914400" rtl="0" eaLnBrk="1" latinLnBrk="0" hangingPunct="1">
        <a:lnSpc>
          <a:spcPts val="3440"/>
        </a:lnSpc>
        <a:spcBef>
          <a:spcPct val="0"/>
        </a:spcBef>
        <a:buNone/>
        <a:defRPr sz="32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buFontTx/>
        <a:buNone/>
        <a:defRPr sz="1000" kern="1200">
          <a:solidFill>
            <a:srgbClr val="1D1D1B"/>
          </a:solidFill>
          <a:latin typeface="Arial" panose="020B0604020202020204" pitchFamily="34" charset="0"/>
          <a:ea typeface="Microsoft YaHei" panose="020B0503020204020204" pitchFamily="34" charset="-122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123943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defTabSz="1187798" rtl="0" eaLnBrk="1" latinLnBrk="0" hangingPunct="1">
        <a:lnSpc>
          <a:spcPct val="90000"/>
        </a:lnSpc>
        <a:spcBef>
          <a:spcPct val="0"/>
        </a:spcBef>
        <a:buNone/>
        <a:defRPr sz="571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950" indent="-296950" algn="l" defTabSz="1187798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Char char="•"/>
        <a:defRPr sz="3636" kern="1200">
          <a:solidFill>
            <a:schemeClr val="tx1"/>
          </a:solidFill>
          <a:latin typeface="+mn-lt"/>
          <a:ea typeface="+mn-ea"/>
          <a:cs typeface="+mn-cs"/>
        </a:defRPr>
      </a:lvl1pPr>
      <a:lvl2pPr marL="890849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8" kern="1200">
          <a:solidFill>
            <a:schemeClr val="tx1"/>
          </a:solidFill>
          <a:latin typeface="+mn-lt"/>
          <a:ea typeface="+mn-ea"/>
          <a:cs typeface="+mn-cs"/>
        </a:defRPr>
      </a:lvl2pPr>
      <a:lvl3pPr marL="14847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8" kern="1200">
          <a:solidFill>
            <a:schemeClr val="tx1"/>
          </a:solidFill>
          <a:latin typeface="+mn-lt"/>
          <a:ea typeface="+mn-ea"/>
          <a:cs typeface="+mn-cs"/>
        </a:defRPr>
      </a:lvl3pPr>
      <a:lvl4pPr marL="20786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6725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860346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454245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5048144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1pPr>
      <a:lvl2pPr marL="59390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29694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563396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1572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4751195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/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6785A3D6-1271-D247-9E96-1B376F4BE7BE}"/>
              </a:ext>
            </a:extLst>
          </p:cNvPr>
          <p:cNvSpPr txBox="1"/>
          <p:nvPr userDrawn="1"/>
        </p:nvSpPr>
        <p:spPr>
          <a:xfrm>
            <a:off x="1095467" y="6356939"/>
            <a:ext cx="350396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0" kern="1200" baseline="0" dirty="0">
                <a:solidFill>
                  <a:srgbClr val="1D1D1B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Huawei Proprietary - Restricted Distribution</a:t>
            </a:r>
            <a:endParaRPr lang="en-US" sz="900" b="0" kern="1200" baseline="0" dirty="0">
              <a:solidFill>
                <a:srgbClr val="1D1D1B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EABEE2EE-BF4D-7A4A-B3C6-9E47668CCD98}"/>
              </a:ext>
            </a:extLst>
          </p:cNvPr>
          <p:cNvSpPr txBox="1"/>
          <p:nvPr userDrawn="1"/>
        </p:nvSpPr>
        <p:spPr>
          <a:xfrm>
            <a:off x="734131" y="6402806"/>
            <a:ext cx="499729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8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37181-38C6-AD4F-B8BA-B444770388BB}" type="slidenum">
              <a:rPr lang="en-US" sz="900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l" defTabSz="8908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900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8" name="Group 87">
            <a:extLst>
              <a:ext uri="{FF2B5EF4-FFF2-40B4-BE49-F238E27FC236}">
                <a16:creationId xmlns:a16="http://schemas.microsoft.com/office/drawing/2014/main" xmlns="" id="{37333705-F8D6-2847-B3CB-F2FAB51E2A3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290470" y="2625389"/>
            <a:ext cx="1967973" cy="4233515"/>
            <a:chOff x="5343885" y="-48857"/>
            <a:chExt cx="3271316" cy="7037279"/>
          </a:xfrm>
        </p:grpSpPr>
        <p:sp>
          <p:nvSpPr>
            <p:cNvPr id="89" name="矩形 13">
              <a:extLst>
                <a:ext uri="{FF2B5EF4-FFF2-40B4-BE49-F238E27FC236}">
                  <a16:creationId xmlns:a16="http://schemas.microsoft.com/office/drawing/2014/main" xmlns="" id="{B14DFA89-D483-CF47-82CC-DD86D7CAB09E}"/>
                </a:ext>
              </a:extLst>
            </p:cNvPr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196/0/84</a:t>
              </a:r>
            </a:p>
          </p:txBody>
        </p:sp>
        <p:sp>
          <p:nvSpPr>
            <p:cNvPr id="90" name="文本框 15">
              <a:extLst>
                <a:ext uri="{FF2B5EF4-FFF2-40B4-BE49-F238E27FC236}">
                  <a16:creationId xmlns:a16="http://schemas.microsoft.com/office/drawing/2014/main" xmlns="" id="{8223ADA0-340A-794B-93B7-24AFF612A719}"/>
                </a:ext>
              </a:extLst>
            </p:cNvPr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公司辅助色</a:t>
              </a:r>
            </a:p>
          </p:txBody>
        </p:sp>
        <p:sp>
          <p:nvSpPr>
            <p:cNvPr id="91" name="矩形 13">
              <a:extLst>
                <a:ext uri="{FF2B5EF4-FFF2-40B4-BE49-F238E27FC236}">
                  <a16:creationId xmlns:a16="http://schemas.microsoft.com/office/drawing/2014/main" xmlns="" id="{5F63E0E3-4F22-7948-AB1A-40A84ECA92EC}"/>
                </a:ext>
              </a:extLst>
            </p:cNvPr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203/55/120</a:t>
              </a:r>
            </a:p>
          </p:txBody>
        </p:sp>
        <p:sp>
          <p:nvSpPr>
            <p:cNvPr id="92" name="矩形 13">
              <a:extLst>
                <a:ext uri="{FF2B5EF4-FFF2-40B4-BE49-F238E27FC236}">
                  <a16:creationId xmlns:a16="http://schemas.microsoft.com/office/drawing/2014/main" xmlns="" id="{29C4A3C6-7C7B-7140-8F73-591E9F49143F}"/>
                </a:ext>
              </a:extLst>
            </p:cNvPr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237/109/0</a:t>
              </a:r>
            </a:p>
          </p:txBody>
        </p:sp>
        <p:sp>
          <p:nvSpPr>
            <p:cNvPr id="93" name="矩形 13">
              <a:extLst>
                <a:ext uri="{FF2B5EF4-FFF2-40B4-BE49-F238E27FC236}">
                  <a16:creationId xmlns:a16="http://schemas.microsoft.com/office/drawing/2014/main" xmlns="" id="{BE4C9A8D-46B0-5B40-BC47-DB6C4899227F}"/>
                </a:ext>
              </a:extLst>
            </p:cNvPr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153/54/54</a:t>
              </a:r>
            </a:p>
          </p:txBody>
        </p:sp>
        <p:sp>
          <p:nvSpPr>
            <p:cNvPr id="94" name="矩形 13">
              <a:extLst>
                <a:ext uri="{FF2B5EF4-FFF2-40B4-BE49-F238E27FC236}">
                  <a16:creationId xmlns:a16="http://schemas.microsoft.com/office/drawing/2014/main" xmlns="" id="{612F2ED4-F7A4-9E48-95E1-8D07B3BBE962}"/>
                </a:ext>
              </a:extLst>
            </p:cNvPr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98/178/48</a:t>
              </a:r>
            </a:p>
          </p:txBody>
        </p:sp>
        <p:sp>
          <p:nvSpPr>
            <p:cNvPr id="95" name="矩形 13">
              <a:extLst>
                <a:ext uri="{FF2B5EF4-FFF2-40B4-BE49-F238E27FC236}">
                  <a16:creationId xmlns:a16="http://schemas.microsoft.com/office/drawing/2014/main" xmlns="" id="{A9E1D476-C288-8945-A68A-1F20C557294B}"/>
                </a:ext>
              </a:extLst>
            </p:cNvPr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242/137/68</a:t>
              </a:r>
              <a:endParaRPr kumimoji="1" lang="mr-IN" altLang="zh-CN" sz="500" b="1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96" name="矩形 13">
              <a:extLst>
                <a:ext uri="{FF2B5EF4-FFF2-40B4-BE49-F238E27FC236}">
                  <a16:creationId xmlns:a16="http://schemas.microsoft.com/office/drawing/2014/main" xmlns="" id="{42823EBB-E62E-F149-AC9A-09950051F283}"/>
                </a:ext>
              </a:extLst>
            </p:cNvPr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199/0/11  </a:t>
              </a:r>
            </a:p>
          </p:txBody>
        </p:sp>
        <p:sp>
          <p:nvSpPr>
            <p:cNvPr id="97" name="文本框 15">
              <a:extLst>
                <a:ext uri="{FF2B5EF4-FFF2-40B4-BE49-F238E27FC236}">
                  <a16:creationId xmlns:a16="http://schemas.microsoft.com/office/drawing/2014/main" xmlns="" id="{EA01C299-6FF2-3642-AAEC-A1DF62D9C654}"/>
                </a:ext>
              </a:extLst>
            </p:cNvPr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公司色</a:t>
              </a:r>
            </a:p>
          </p:txBody>
        </p:sp>
        <p:sp>
          <p:nvSpPr>
            <p:cNvPr id="98" name="矩形 13">
              <a:extLst>
                <a:ext uri="{FF2B5EF4-FFF2-40B4-BE49-F238E27FC236}">
                  <a16:creationId xmlns:a16="http://schemas.microsoft.com/office/drawing/2014/main" xmlns="" id="{B84AB502-165F-764A-9621-65CA8CBBEAEA}"/>
                </a:ext>
              </a:extLst>
            </p:cNvPr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200/16/46  </a:t>
              </a:r>
            </a:p>
          </p:txBody>
        </p:sp>
        <p:sp>
          <p:nvSpPr>
            <p:cNvPr id="99" name="矩形 13">
              <a:extLst>
                <a:ext uri="{FF2B5EF4-FFF2-40B4-BE49-F238E27FC236}">
                  <a16:creationId xmlns:a16="http://schemas.microsoft.com/office/drawing/2014/main" xmlns="" id="{CB8870E8-3E95-764C-B621-A168E194CC7A}"/>
                </a:ext>
              </a:extLst>
            </p:cNvPr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127/0/1</a:t>
              </a:r>
            </a:p>
          </p:txBody>
        </p:sp>
        <p:sp>
          <p:nvSpPr>
            <p:cNvPr id="100" name="矩形 13">
              <a:extLst>
                <a:ext uri="{FF2B5EF4-FFF2-40B4-BE49-F238E27FC236}">
                  <a16:creationId xmlns:a16="http://schemas.microsoft.com/office/drawing/2014/main" xmlns="" id="{356EF69A-1936-544F-A95F-0664F4E186D5}"/>
                </a:ext>
              </a:extLst>
            </p:cNvPr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52/200/0</a:t>
              </a:r>
            </a:p>
          </p:txBody>
        </p:sp>
        <p:sp>
          <p:nvSpPr>
            <p:cNvPr id="101" name="矩形 13">
              <a:extLst>
                <a:ext uri="{FF2B5EF4-FFF2-40B4-BE49-F238E27FC236}">
                  <a16:creationId xmlns:a16="http://schemas.microsoft.com/office/drawing/2014/main" xmlns="" id="{03EBAB43-95A5-1C4A-8458-B86EB3D51FCA}"/>
                </a:ext>
              </a:extLst>
            </p:cNvPr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48/181/197</a:t>
              </a:r>
            </a:p>
          </p:txBody>
        </p:sp>
        <p:sp>
          <p:nvSpPr>
            <p:cNvPr id="102" name="矩形 13">
              <a:extLst>
                <a:ext uri="{FF2B5EF4-FFF2-40B4-BE49-F238E27FC236}">
                  <a16:creationId xmlns:a16="http://schemas.microsoft.com/office/drawing/2014/main" xmlns="" id="{371A8520-F934-304C-B57F-B49F768694E2}"/>
                </a:ext>
              </a:extLst>
            </p:cNvPr>
            <p:cNvSpPr/>
            <p:nvPr userDrawn="1"/>
          </p:nvSpPr>
          <p:spPr>
            <a:xfrm>
              <a:off x="6184543" y="4866463"/>
              <a:ext cx="791510" cy="664398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129/193/95</a:t>
              </a:r>
            </a:p>
          </p:txBody>
        </p:sp>
        <p:sp>
          <p:nvSpPr>
            <p:cNvPr id="103" name="矩形 13">
              <a:extLst>
                <a:ext uri="{FF2B5EF4-FFF2-40B4-BE49-F238E27FC236}">
                  <a16:creationId xmlns:a16="http://schemas.microsoft.com/office/drawing/2014/main" xmlns="" id="{B83004D7-279B-C14E-9FCF-870FA1B74FDF}"/>
                </a:ext>
              </a:extLst>
            </p:cNvPr>
            <p:cNvSpPr/>
            <p:nvPr userDrawn="1"/>
          </p:nvSpPr>
          <p:spPr>
            <a:xfrm>
              <a:off x="6182308" y="4134866"/>
              <a:ext cx="791510" cy="664398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253/211/81</a:t>
              </a:r>
            </a:p>
          </p:txBody>
        </p:sp>
        <p:sp>
          <p:nvSpPr>
            <p:cNvPr id="104" name="矩形 13">
              <a:extLst>
                <a:ext uri="{FF2B5EF4-FFF2-40B4-BE49-F238E27FC236}">
                  <a16:creationId xmlns:a16="http://schemas.microsoft.com/office/drawing/2014/main" xmlns="" id="{99635968-4E69-CC41-9D78-6DF253FE3035}"/>
                </a:ext>
              </a:extLst>
            </p:cNvPr>
            <p:cNvSpPr/>
            <p:nvPr userDrawn="1"/>
          </p:nvSpPr>
          <p:spPr>
            <a:xfrm>
              <a:off x="6177324" y="5596166"/>
              <a:ext cx="791510" cy="664398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86/196/210</a:t>
              </a:r>
            </a:p>
          </p:txBody>
        </p:sp>
        <p:sp>
          <p:nvSpPr>
            <p:cNvPr id="105" name="矩形 13">
              <a:extLst>
                <a:ext uri="{FF2B5EF4-FFF2-40B4-BE49-F238E27FC236}">
                  <a16:creationId xmlns:a16="http://schemas.microsoft.com/office/drawing/2014/main" xmlns="" id="{BDBE4949-07B7-F046-AD95-68E4B0C11CCD}"/>
                </a:ext>
              </a:extLst>
            </p:cNvPr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211/57/65</a:t>
              </a:r>
            </a:p>
          </p:txBody>
        </p:sp>
        <p:sp>
          <p:nvSpPr>
            <p:cNvPr id="106" name="矩形 13">
              <a:extLst>
                <a:ext uri="{FF2B5EF4-FFF2-40B4-BE49-F238E27FC236}">
                  <a16:creationId xmlns:a16="http://schemas.microsoft.com/office/drawing/2014/main" xmlns="" id="{AA9F9E00-6A31-F14B-A2E4-79908835FD14}"/>
                </a:ext>
              </a:extLst>
            </p:cNvPr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211/56/89</a:t>
              </a:r>
            </a:p>
          </p:txBody>
        </p:sp>
        <p:sp>
          <p:nvSpPr>
            <p:cNvPr id="107" name="矩形 13">
              <a:extLst>
                <a:ext uri="{FF2B5EF4-FFF2-40B4-BE49-F238E27FC236}">
                  <a16:creationId xmlns:a16="http://schemas.microsoft.com/office/drawing/2014/main" xmlns="" id="{38715A31-485E-B744-B409-43F9F04B48F7}"/>
                </a:ext>
              </a:extLst>
            </p:cNvPr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221/128/170</a:t>
              </a:r>
            </a:p>
          </p:txBody>
        </p:sp>
        <p:sp>
          <p:nvSpPr>
            <p:cNvPr id="108" name="矩形 13">
              <a:extLst>
                <a:ext uri="{FF2B5EF4-FFF2-40B4-BE49-F238E27FC236}">
                  <a16:creationId xmlns:a16="http://schemas.microsoft.com/office/drawing/2014/main" xmlns="" id="{4AE1609B-25DD-2C4A-B05B-D18ADBC39C71}"/>
                </a:ext>
              </a:extLst>
            </p:cNvPr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191/128/130</a:t>
              </a:r>
            </a:p>
          </p:txBody>
        </p:sp>
        <p:sp>
          <p:nvSpPr>
            <p:cNvPr id="109" name="矩形 13">
              <a:extLst>
                <a:ext uri="{FF2B5EF4-FFF2-40B4-BE49-F238E27FC236}">
                  <a16:creationId xmlns:a16="http://schemas.microsoft.com/office/drawing/2014/main" xmlns="" id="{ECE90F9F-DBBC-0B49-A42C-8B62397E473E}"/>
                </a:ext>
              </a:extLst>
            </p:cNvPr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246/183/140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10" name="矩形 13">
              <a:extLst>
                <a:ext uri="{FF2B5EF4-FFF2-40B4-BE49-F238E27FC236}">
                  <a16:creationId xmlns:a16="http://schemas.microsoft.com/office/drawing/2014/main" xmlns="" id="{D5B387BA-F8B8-B54E-966E-F24E271747C4}"/>
                </a:ext>
              </a:extLst>
            </p:cNvPr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176/216/156</a:t>
              </a:r>
            </a:p>
          </p:txBody>
        </p:sp>
        <p:sp>
          <p:nvSpPr>
            <p:cNvPr id="111" name="矩形 13">
              <a:extLst>
                <a:ext uri="{FF2B5EF4-FFF2-40B4-BE49-F238E27FC236}">
                  <a16:creationId xmlns:a16="http://schemas.microsoft.com/office/drawing/2014/main" xmlns="" id="{E6C9B99E-8C1C-2B49-B82E-3C754B8E5C02}"/>
                </a:ext>
              </a:extLst>
            </p:cNvPr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253/227/181</a:t>
              </a:r>
            </a:p>
          </p:txBody>
        </p:sp>
        <p:sp>
          <p:nvSpPr>
            <p:cNvPr id="112" name="矩形 13">
              <a:extLst>
                <a:ext uri="{FF2B5EF4-FFF2-40B4-BE49-F238E27FC236}">
                  <a16:creationId xmlns:a16="http://schemas.microsoft.com/office/drawing/2014/main" xmlns="" id="{0106BFA2-9DE1-3A42-A6C6-69BCE0FA34F4}"/>
                </a:ext>
              </a:extLst>
            </p:cNvPr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148/218/226</a:t>
              </a:r>
            </a:p>
          </p:txBody>
        </p:sp>
        <p:sp>
          <p:nvSpPr>
            <p:cNvPr id="113" name="矩形 13">
              <a:extLst>
                <a:ext uri="{FF2B5EF4-FFF2-40B4-BE49-F238E27FC236}">
                  <a16:creationId xmlns:a16="http://schemas.microsoft.com/office/drawing/2014/main" xmlns="" id="{F760C1C5-4342-C346-A7D2-D101978EDF66}"/>
                </a:ext>
              </a:extLst>
            </p:cNvPr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226/129/137</a:t>
              </a:r>
            </a:p>
          </p:txBody>
        </p:sp>
        <p:sp>
          <p:nvSpPr>
            <p:cNvPr id="114" name="矩形 13">
              <a:extLst>
                <a:ext uri="{FF2B5EF4-FFF2-40B4-BE49-F238E27FC236}">
                  <a16:creationId xmlns:a16="http://schemas.microsoft.com/office/drawing/2014/main" xmlns="" id="{5BB50A4A-0B64-7E4C-824C-1EBCA1A992CF}"/>
                </a:ext>
              </a:extLst>
            </p:cNvPr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226/129/152</a:t>
              </a:r>
            </a:p>
          </p:txBody>
        </p:sp>
        <p:sp>
          <p:nvSpPr>
            <p:cNvPr id="115" name="矩形 13">
              <a:extLst>
                <a:ext uri="{FF2B5EF4-FFF2-40B4-BE49-F238E27FC236}">
                  <a16:creationId xmlns:a16="http://schemas.microsoft.com/office/drawing/2014/main" xmlns="" id="{756A7E25-6C44-8A44-A8C5-61D19BC9EDAF}"/>
                </a:ext>
              </a:extLst>
            </p:cNvPr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235/179/204</a:t>
              </a:r>
            </a:p>
          </p:txBody>
        </p:sp>
        <p:sp>
          <p:nvSpPr>
            <p:cNvPr id="116" name="矩形 13">
              <a:extLst>
                <a:ext uri="{FF2B5EF4-FFF2-40B4-BE49-F238E27FC236}">
                  <a16:creationId xmlns:a16="http://schemas.microsoft.com/office/drawing/2014/main" xmlns="" id="{96588389-39CD-DF4E-B9AC-92091E25724E}"/>
                </a:ext>
              </a:extLst>
            </p:cNvPr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216/179/179</a:t>
              </a:r>
            </a:p>
          </p:txBody>
        </p:sp>
        <p:sp>
          <p:nvSpPr>
            <p:cNvPr id="117" name="矩形 13">
              <a:extLst>
                <a:ext uri="{FF2B5EF4-FFF2-40B4-BE49-F238E27FC236}">
                  <a16:creationId xmlns:a16="http://schemas.microsoft.com/office/drawing/2014/main" xmlns="" id="{20725C9F-31AE-DB44-B70A-B4ECDEC0BC00}"/>
                </a:ext>
              </a:extLst>
            </p:cNvPr>
            <p:cNvSpPr/>
            <p:nvPr/>
          </p:nvSpPr>
          <p:spPr>
            <a:xfrm>
              <a:off x="7811114" y="3415851"/>
              <a:ext cx="791510" cy="664398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250/211/187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18" name="矩形 13">
              <a:extLst>
                <a:ext uri="{FF2B5EF4-FFF2-40B4-BE49-F238E27FC236}">
                  <a16:creationId xmlns:a16="http://schemas.microsoft.com/office/drawing/2014/main" xmlns="" id="{AC5BCC27-B68D-0743-8E0B-E25F8D01C3A4}"/>
                </a:ext>
              </a:extLst>
            </p:cNvPr>
            <p:cNvSpPr/>
            <p:nvPr/>
          </p:nvSpPr>
          <p:spPr>
            <a:xfrm>
              <a:off x="7820945" y="4866463"/>
              <a:ext cx="791510" cy="664398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208/232/196</a:t>
              </a:r>
            </a:p>
          </p:txBody>
        </p:sp>
        <p:sp>
          <p:nvSpPr>
            <p:cNvPr id="119" name="矩形 13">
              <a:extLst>
                <a:ext uri="{FF2B5EF4-FFF2-40B4-BE49-F238E27FC236}">
                  <a16:creationId xmlns:a16="http://schemas.microsoft.com/office/drawing/2014/main" xmlns="" id="{51C2E83A-C975-6945-B2FD-5B22BBB53DB7}"/>
                </a:ext>
              </a:extLst>
            </p:cNvPr>
            <p:cNvSpPr/>
            <p:nvPr/>
          </p:nvSpPr>
          <p:spPr>
            <a:xfrm>
              <a:off x="7818707" y="4134866"/>
              <a:ext cx="791510" cy="664398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254/238/193</a:t>
              </a:r>
            </a:p>
          </p:txBody>
        </p:sp>
        <p:sp>
          <p:nvSpPr>
            <p:cNvPr id="120" name="矩形 13">
              <a:extLst>
                <a:ext uri="{FF2B5EF4-FFF2-40B4-BE49-F238E27FC236}">
                  <a16:creationId xmlns:a16="http://schemas.microsoft.com/office/drawing/2014/main" xmlns="" id="{BEE9A95F-6965-354F-A2C7-2E8C81DDA52F}"/>
                </a:ext>
              </a:extLst>
            </p:cNvPr>
            <p:cNvSpPr/>
            <p:nvPr/>
          </p:nvSpPr>
          <p:spPr>
            <a:xfrm>
              <a:off x="7823691" y="5596166"/>
              <a:ext cx="791510" cy="664398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190/233/238</a:t>
              </a:r>
            </a:p>
          </p:txBody>
        </p:sp>
        <p:sp>
          <p:nvSpPr>
            <p:cNvPr id="121" name="矩形 13">
              <a:extLst>
                <a:ext uri="{FF2B5EF4-FFF2-40B4-BE49-F238E27FC236}">
                  <a16:creationId xmlns:a16="http://schemas.microsoft.com/office/drawing/2014/main" xmlns="" id="{509164EB-3DC4-7A4F-9E7C-06EBC981CD0A}"/>
                </a:ext>
              </a:extLst>
            </p:cNvPr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239/178/184</a:t>
              </a:r>
            </a:p>
          </p:txBody>
        </p:sp>
        <p:sp>
          <p:nvSpPr>
            <p:cNvPr id="122" name="矩形 13">
              <a:extLst>
                <a:ext uri="{FF2B5EF4-FFF2-40B4-BE49-F238E27FC236}">
                  <a16:creationId xmlns:a16="http://schemas.microsoft.com/office/drawing/2014/main" xmlns="" id="{667867DD-D3E6-3040-A7B5-39345C0CE2E3}"/>
                </a:ext>
              </a:extLst>
            </p:cNvPr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238/179/193</a:t>
              </a:r>
            </a:p>
          </p:txBody>
        </p:sp>
        <p:sp>
          <p:nvSpPr>
            <p:cNvPr id="123" name="矩形 13">
              <a:extLst>
                <a:ext uri="{FF2B5EF4-FFF2-40B4-BE49-F238E27FC236}">
                  <a16:creationId xmlns:a16="http://schemas.microsoft.com/office/drawing/2014/main" xmlns="" id="{9EE10597-3782-AB46-8453-89FA049C6C46}"/>
                </a:ext>
              </a:extLst>
            </p:cNvPr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0/0/0</a:t>
              </a:r>
            </a:p>
          </p:txBody>
        </p:sp>
        <p:sp>
          <p:nvSpPr>
            <p:cNvPr id="124" name="矩形 13">
              <a:extLst>
                <a:ext uri="{FF2B5EF4-FFF2-40B4-BE49-F238E27FC236}">
                  <a16:creationId xmlns:a16="http://schemas.microsoft.com/office/drawing/2014/main" xmlns="" id="{966B3529-B594-884C-BED0-5887B34BBBB8}"/>
                </a:ext>
              </a:extLst>
            </p:cNvPr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89/87/87</a:t>
              </a:r>
            </a:p>
          </p:txBody>
        </p:sp>
        <p:sp>
          <p:nvSpPr>
            <p:cNvPr id="125" name="矩形 13">
              <a:extLst>
                <a:ext uri="{FF2B5EF4-FFF2-40B4-BE49-F238E27FC236}">
                  <a16:creationId xmlns:a16="http://schemas.microsoft.com/office/drawing/2014/main" xmlns="" id="{0B0545C9-147F-584F-80D2-EF13876D7D33}"/>
                </a:ext>
              </a:extLst>
            </p:cNvPr>
            <p:cNvSpPr/>
            <p:nvPr userDrawn="1"/>
          </p:nvSpPr>
          <p:spPr>
            <a:xfrm>
              <a:off x="6445335" y="6324024"/>
              <a:ext cx="513579" cy="664398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</a:t>
              </a:r>
            </a:p>
          </p:txBody>
        </p:sp>
        <p:sp>
          <p:nvSpPr>
            <p:cNvPr id="126" name="矩形 13">
              <a:extLst>
                <a:ext uri="{FF2B5EF4-FFF2-40B4-BE49-F238E27FC236}">
                  <a16:creationId xmlns:a16="http://schemas.microsoft.com/office/drawing/2014/main" xmlns="" id="{44FD0A0B-0D45-3340-A523-465AC24134BF}"/>
                </a:ext>
              </a:extLst>
            </p:cNvPr>
            <p:cNvSpPr/>
            <p:nvPr userDrawn="1"/>
          </p:nvSpPr>
          <p:spPr>
            <a:xfrm>
              <a:off x="7003279" y="6324024"/>
              <a:ext cx="513579" cy="664398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</a:t>
              </a:r>
            </a:p>
          </p:txBody>
        </p:sp>
        <p:sp>
          <p:nvSpPr>
            <p:cNvPr id="127" name="矩形 13">
              <a:extLst>
                <a:ext uri="{FF2B5EF4-FFF2-40B4-BE49-F238E27FC236}">
                  <a16:creationId xmlns:a16="http://schemas.microsoft.com/office/drawing/2014/main" xmlns="" id="{2C404A07-276B-3648-BB25-4EDB5905448C}"/>
                </a:ext>
              </a:extLst>
            </p:cNvPr>
            <p:cNvSpPr/>
            <p:nvPr userDrawn="1"/>
          </p:nvSpPr>
          <p:spPr>
            <a:xfrm>
              <a:off x="7551547" y="6324024"/>
              <a:ext cx="513579" cy="664398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221</a:t>
              </a:r>
            </a:p>
          </p:txBody>
        </p:sp>
        <p:sp>
          <p:nvSpPr>
            <p:cNvPr id="128" name="矩形 13">
              <a:extLst>
                <a:ext uri="{FF2B5EF4-FFF2-40B4-BE49-F238E27FC236}">
                  <a16:creationId xmlns:a16="http://schemas.microsoft.com/office/drawing/2014/main" xmlns="" id="{72B0F29C-A346-8946-9B8E-8F1B9DFF7AD0}"/>
                </a:ext>
              </a:extLst>
            </p:cNvPr>
            <p:cNvSpPr/>
            <p:nvPr userDrawn="1"/>
          </p:nvSpPr>
          <p:spPr>
            <a:xfrm>
              <a:off x="8098559" y="6324024"/>
              <a:ext cx="513579" cy="66439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</a:t>
              </a:r>
            </a:p>
          </p:txBody>
        </p:sp>
      </p:grpSp>
      <p:pic>
        <p:nvPicPr>
          <p:cNvPr id="47" name="Picture 46">
            <a:extLst>
              <a:ext uri="{FF2B5EF4-FFF2-40B4-BE49-F238E27FC236}">
                <a16:creationId xmlns:a16="http://schemas.microsoft.com/office/drawing/2014/main" xmlns="" id="{92D9040A-3082-2F49-987E-B51574332EF5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6176" y="6323416"/>
            <a:ext cx="1270800" cy="275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0565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1" r:id="rId1"/>
    <p:sldLayoutId id="2147483894" r:id="rId2"/>
  </p:sldLayoutIdLst>
  <p:hf hdr="0" ftr="0" dt="0"/>
  <p:txStyles>
    <p:titleStyle>
      <a:lvl1pPr algn="l" defTabSz="1187798" rtl="0" eaLnBrk="1" latinLnBrk="0" hangingPunct="1">
        <a:lnSpc>
          <a:spcPct val="90000"/>
        </a:lnSpc>
        <a:spcBef>
          <a:spcPct val="0"/>
        </a:spcBef>
        <a:buNone/>
        <a:defRPr sz="571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950" indent="-296950" algn="l" defTabSz="1187798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Char char="•"/>
        <a:defRPr sz="3636" kern="1200">
          <a:solidFill>
            <a:schemeClr val="tx1"/>
          </a:solidFill>
          <a:latin typeface="+mn-lt"/>
          <a:ea typeface="+mn-ea"/>
          <a:cs typeface="+mn-cs"/>
        </a:defRPr>
      </a:lvl1pPr>
      <a:lvl2pPr marL="890849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8" kern="1200">
          <a:solidFill>
            <a:schemeClr val="tx1"/>
          </a:solidFill>
          <a:latin typeface="+mn-lt"/>
          <a:ea typeface="+mn-ea"/>
          <a:cs typeface="+mn-cs"/>
        </a:defRPr>
      </a:lvl2pPr>
      <a:lvl3pPr marL="14847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8" kern="1200">
          <a:solidFill>
            <a:schemeClr val="tx1"/>
          </a:solidFill>
          <a:latin typeface="+mn-lt"/>
          <a:ea typeface="+mn-ea"/>
          <a:cs typeface="+mn-cs"/>
        </a:defRPr>
      </a:lvl3pPr>
      <a:lvl4pPr marL="20786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6725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860346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454245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5048144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1pPr>
      <a:lvl2pPr marL="59390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29694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563396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1572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4751195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/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145F1158-B1AA-8F41-AF0A-FEA0EC187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969" y="1467870"/>
            <a:ext cx="3984232" cy="28160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xmlns="" id="{F8FC7CCD-75EB-9C44-BC7D-29679334A8CA}"/>
              </a:ext>
            </a:extLst>
          </p:cNvPr>
          <p:cNvSpPr txBox="1">
            <a:spLocks/>
          </p:cNvSpPr>
          <p:nvPr userDrawn="1"/>
        </p:nvSpPr>
        <p:spPr>
          <a:xfrm>
            <a:off x="7979357" y="2794960"/>
            <a:ext cx="3225168" cy="2029962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065"/>
              </a:lnSpc>
            </a:pPr>
            <a: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  <a:t>Copyright©2018 Huawei Technologies Co., Ltd.</a:t>
            </a:r>
            <a:b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</a:br>
            <a: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  <a:t>All Rights Reserved.</a:t>
            </a:r>
            <a:r>
              <a:rPr kumimoji="1" lang="en-US" altLang="zh-CN" sz="779" dirty="0">
                <a:solidFill>
                  <a:srgbClr val="1D1D1B"/>
                </a:solidFill>
                <a:latin typeface="+mn-lt"/>
              </a:rPr>
              <a:t/>
            </a:r>
            <a:br>
              <a:rPr kumimoji="1" lang="en-US" altLang="zh-CN" sz="779" dirty="0">
                <a:solidFill>
                  <a:srgbClr val="1D1D1B"/>
                </a:solidFill>
                <a:latin typeface="+mn-lt"/>
              </a:rPr>
            </a:br>
            <a:r>
              <a:rPr kumimoji="1" lang="en-US" altLang="zh-CN" sz="779" dirty="0">
                <a:solidFill>
                  <a:srgbClr val="1D1D1B"/>
                </a:solidFill>
                <a:latin typeface="+mn-lt"/>
              </a:rPr>
              <a:t/>
            </a:r>
            <a:br>
              <a:rPr kumimoji="1" lang="en-US" altLang="zh-CN" sz="779" dirty="0">
                <a:solidFill>
                  <a:srgbClr val="1D1D1B"/>
                </a:solidFill>
                <a:latin typeface="+mn-lt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 information in this document may contain predictive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statements including, without limitation, statements regarding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 future financial and operating results, future product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portfolio, new technology, etc. There are a number of factors that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could cause actual results and developments to differ materially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from those expressed or implied in the predictive statements.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Therefore, such information is provided for reference purpose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only and constitutes neither an offer nor an acceptance. Huawei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may change the information at any time without notice. </a:t>
            </a:r>
          </a:p>
          <a:p>
            <a:pPr>
              <a:lnSpc>
                <a:spcPts val="1065"/>
              </a:lnSpc>
            </a:pPr>
            <a:endParaRPr kumimoji="1" lang="zh-CN" altLang="en-US" sz="779" dirty="0">
              <a:solidFill>
                <a:srgbClr val="1D1D1B"/>
              </a:solidFill>
              <a:latin typeface="+mn-lt"/>
            </a:endParaRPr>
          </a:p>
        </p:txBody>
      </p:sp>
      <p:sp>
        <p:nvSpPr>
          <p:cNvPr id="6" name="Subtitle 6">
            <a:extLst>
              <a:ext uri="{FF2B5EF4-FFF2-40B4-BE49-F238E27FC236}">
                <a16:creationId xmlns:a16="http://schemas.microsoft.com/office/drawing/2014/main" xmlns="" id="{12B8F806-ABD5-064C-8793-5E22C72554FD}"/>
              </a:ext>
            </a:extLst>
          </p:cNvPr>
          <p:cNvSpPr txBox="1">
            <a:spLocks/>
          </p:cNvSpPr>
          <p:nvPr userDrawn="1"/>
        </p:nvSpPr>
        <p:spPr>
          <a:xfrm>
            <a:off x="7987276" y="1631849"/>
            <a:ext cx="3477701" cy="49111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681"/>
              </a:lnSpc>
              <a:spcBef>
                <a:spcPts val="0"/>
              </a:spcBef>
            </a:pPr>
            <a:r>
              <a:rPr kumimoji="1" lang="zh-CN" altLang="en-US" sz="1300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  <a:t>把数字世界带入每个人、每个家庭、</a:t>
            </a:r>
            <a:r>
              <a:rPr kumimoji="1" lang="en-US" altLang="zh-CN" sz="1300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  <a:t/>
            </a:r>
            <a:br>
              <a:rPr kumimoji="1" lang="en-US" altLang="zh-CN" sz="1300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</a:br>
            <a:r>
              <a:rPr kumimoji="1" lang="zh-CN" altLang="en-US" sz="1300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  <a:t>每个组织，构建万物互联的智能世界。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xmlns="" id="{F1235B6F-D691-2C40-93D4-EC5427ADDFB0}"/>
              </a:ext>
            </a:extLst>
          </p:cNvPr>
          <p:cNvSpPr txBox="1">
            <a:spLocks/>
          </p:cNvSpPr>
          <p:nvPr userDrawn="1"/>
        </p:nvSpPr>
        <p:spPr>
          <a:xfrm>
            <a:off x="7977672" y="2106124"/>
            <a:ext cx="3481833" cy="58280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294"/>
              </a:lnSpc>
            </a:pP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Bring digital to every person, home and </a:t>
            </a:r>
            <a:b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organization for a fully connected, </a:t>
            </a:r>
            <a:b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intelligent world.</a:t>
            </a:r>
            <a:endParaRPr kumimoji="1" lang="zh-CN" altLang="en-US" sz="1200" dirty="0">
              <a:solidFill>
                <a:srgbClr val="1D1D1B"/>
              </a:solidFill>
              <a:latin typeface="+mn-lt"/>
              <a:ea typeface="Microsoft YaHei" charset="-122"/>
              <a:cs typeface="Microsoft YaHei" charset="-122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BA792140-33FB-E045-9071-EE8DB65F2A1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3676" y="5237566"/>
            <a:ext cx="1875600" cy="405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8406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</p:sldLayoutIdLst>
  <p:hf hdr="0" ftr="0" dt="0"/>
  <p:txStyles>
    <p:titleStyle>
      <a:lvl1pPr algn="l" defTabSz="1187798" rtl="0" eaLnBrk="1" latinLnBrk="0" hangingPunct="1">
        <a:lnSpc>
          <a:spcPct val="90000"/>
        </a:lnSpc>
        <a:spcBef>
          <a:spcPct val="0"/>
        </a:spcBef>
        <a:buNone/>
        <a:defRPr sz="5000" b="0" kern="1200">
          <a:solidFill>
            <a:schemeClr val="tx1"/>
          </a:solidFill>
          <a:latin typeface="Arial" panose="020B0604020202020204" pitchFamily="34" charset="0"/>
          <a:ea typeface="Microsoft YaHei" panose="020B0503020204020204" pitchFamily="34" charset="-122"/>
          <a:cs typeface="Arial" panose="020B0604020202020204" pitchFamily="34" charset="0"/>
        </a:defRPr>
      </a:lvl1pPr>
    </p:titleStyle>
    <p:bodyStyle>
      <a:lvl1pPr marL="0" indent="0" algn="l" defTabSz="1187798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None/>
        <a:defRPr sz="1819" kern="1200">
          <a:solidFill>
            <a:srgbClr val="FFFFFF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1pPr>
      <a:lvl2pPr marL="593900" indent="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311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indent="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59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indent="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indent="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860346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454245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5048144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1pPr>
      <a:lvl2pPr marL="59390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29694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563396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1572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4751195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18" Type="http://schemas.openxmlformats.org/officeDocument/2006/relationships/image" Target="../media/image24.png"/><Relationship Id="rId26" Type="http://schemas.openxmlformats.org/officeDocument/2006/relationships/image" Target="../media/image32.png"/><Relationship Id="rId3" Type="http://schemas.openxmlformats.org/officeDocument/2006/relationships/image" Target="../media/image9.png"/><Relationship Id="rId21" Type="http://schemas.openxmlformats.org/officeDocument/2006/relationships/image" Target="../media/image27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17" Type="http://schemas.openxmlformats.org/officeDocument/2006/relationships/image" Target="../media/image23.png"/><Relationship Id="rId25" Type="http://schemas.openxmlformats.org/officeDocument/2006/relationships/image" Target="../media/image31.png"/><Relationship Id="rId2" Type="http://schemas.openxmlformats.org/officeDocument/2006/relationships/image" Target="../media/image8.png"/><Relationship Id="rId16" Type="http://schemas.openxmlformats.org/officeDocument/2006/relationships/image" Target="../media/image22.png"/><Relationship Id="rId20" Type="http://schemas.openxmlformats.org/officeDocument/2006/relationships/image" Target="../media/image26.png"/><Relationship Id="rId29" Type="http://schemas.openxmlformats.org/officeDocument/2006/relationships/image" Target="../media/image3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24" Type="http://schemas.openxmlformats.org/officeDocument/2006/relationships/image" Target="../media/image30.png"/><Relationship Id="rId5" Type="http://schemas.openxmlformats.org/officeDocument/2006/relationships/image" Target="../media/image11.png"/><Relationship Id="rId15" Type="http://schemas.openxmlformats.org/officeDocument/2006/relationships/image" Target="../media/image21.png"/><Relationship Id="rId23" Type="http://schemas.openxmlformats.org/officeDocument/2006/relationships/image" Target="../media/image29.png"/><Relationship Id="rId28" Type="http://schemas.openxmlformats.org/officeDocument/2006/relationships/image" Target="../media/image34.png"/><Relationship Id="rId10" Type="http://schemas.openxmlformats.org/officeDocument/2006/relationships/image" Target="../media/image16.png"/><Relationship Id="rId19" Type="http://schemas.openxmlformats.org/officeDocument/2006/relationships/image" Target="../media/image25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Relationship Id="rId22" Type="http://schemas.openxmlformats.org/officeDocument/2006/relationships/image" Target="../media/image28.png"/><Relationship Id="rId27" Type="http://schemas.openxmlformats.org/officeDocument/2006/relationships/image" Target="../media/image3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13" Type="http://schemas.openxmlformats.org/officeDocument/2006/relationships/image" Target="../media/image47.png"/><Relationship Id="rId18" Type="http://schemas.openxmlformats.org/officeDocument/2006/relationships/image" Target="../media/image52.png"/><Relationship Id="rId26" Type="http://schemas.openxmlformats.org/officeDocument/2006/relationships/image" Target="../media/image60.png"/><Relationship Id="rId3" Type="http://schemas.openxmlformats.org/officeDocument/2006/relationships/image" Target="../media/image37.png"/><Relationship Id="rId21" Type="http://schemas.openxmlformats.org/officeDocument/2006/relationships/image" Target="../media/image55.png"/><Relationship Id="rId7" Type="http://schemas.openxmlformats.org/officeDocument/2006/relationships/image" Target="../media/image41.png"/><Relationship Id="rId12" Type="http://schemas.openxmlformats.org/officeDocument/2006/relationships/image" Target="../media/image46.png"/><Relationship Id="rId17" Type="http://schemas.openxmlformats.org/officeDocument/2006/relationships/image" Target="../media/image51.png"/><Relationship Id="rId25" Type="http://schemas.openxmlformats.org/officeDocument/2006/relationships/image" Target="../media/image59.png"/><Relationship Id="rId2" Type="http://schemas.openxmlformats.org/officeDocument/2006/relationships/image" Target="../media/image36.png"/><Relationship Id="rId16" Type="http://schemas.openxmlformats.org/officeDocument/2006/relationships/image" Target="../media/image50.png"/><Relationship Id="rId20" Type="http://schemas.openxmlformats.org/officeDocument/2006/relationships/image" Target="../media/image54.png"/><Relationship Id="rId29" Type="http://schemas.openxmlformats.org/officeDocument/2006/relationships/image" Target="../media/image6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0.png"/><Relationship Id="rId11" Type="http://schemas.openxmlformats.org/officeDocument/2006/relationships/image" Target="../media/image45.png"/><Relationship Id="rId24" Type="http://schemas.openxmlformats.org/officeDocument/2006/relationships/image" Target="../media/image58.png"/><Relationship Id="rId5" Type="http://schemas.openxmlformats.org/officeDocument/2006/relationships/image" Target="../media/image39.png"/><Relationship Id="rId15" Type="http://schemas.openxmlformats.org/officeDocument/2006/relationships/image" Target="../media/image49.png"/><Relationship Id="rId23" Type="http://schemas.openxmlformats.org/officeDocument/2006/relationships/image" Target="../media/image57.png"/><Relationship Id="rId28" Type="http://schemas.openxmlformats.org/officeDocument/2006/relationships/image" Target="../media/image62.png"/><Relationship Id="rId10" Type="http://schemas.openxmlformats.org/officeDocument/2006/relationships/image" Target="../media/image44.png"/><Relationship Id="rId19" Type="http://schemas.openxmlformats.org/officeDocument/2006/relationships/image" Target="../media/image53.png"/><Relationship Id="rId4" Type="http://schemas.openxmlformats.org/officeDocument/2006/relationships/image" Target="../media/image38.png"/><Relationship Id="rId9" Type="http://schemas.openxmlformats.org/officeDocument/2006/relationships/image" Target="../media/image43.png"/><Relationship Id="rId14" Type="http://schemas.openxmlformats.org/officeDocument/2006/relationships/image" Target="../media/image48.png"/><Relationship Id="rId22" Type="http://schemas.openxmlformats.org/officeDocument/2006/relationships/image" Target="../media/image56.png"/><Relationship Id="rId27" Type="http://schemas.openxmlformats.org/officeDocument/2006/relationships/image" Target="../media/image6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13" Type="http://schemas.openxmlformats.org/officeDocument/2006/relationships/image" Target="../media/image75.png"/><Relationship Id="rId18" Type="http://schemas.openxmlformats.org/officeDocument/2006/relationships/image" Target="../media/image80.png"/><Relationship Id="rId3" Type="http://schemas.openxmlformats.org/officeDocument/2006/relationships/image" Target="../media/image65.png"/><Relationship Id="rId7" Type="http://schemas.openxmlformats.org/officeDocument/2006/relationships/image" Target="../media/image69.png"/><Relationship Id="rId12" Type="http://schemas.openxmlformats.org/officeDocument/2006/relationships/image" Target="../media/image74.png"/><Relationship Id="rId17" Type="http://schemas.openxmlformats.org/officeDocument/2006/relationships/image" Target="../media/image79.png"/><Relationship Id="rId2" Type="http://schemas.openxmlformats.org/officeDocument/2006/relationships/image" Target="../media/image64.png"/><Relationship Id="rId16" Type="http://schemas.openxmlformats.org/officeDocument/2006/relationships/image" Target="../media/image78.png"/><Relationship Id="rId20" Type="http://schemas.openxmlformats.org/officeDocument/2006/relationships/image" Target="../media/image8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8.png"/><Relationship Id="rId11" Type="http://schemas.openxmlformats.org/officeDocument/2006/relationships/image" Target="../media/image73.png"/><Relationship Id="rId5" Type="http://schemas.openxmlformats.org/officeDocument/2006/relationships/image" Target="../media/image67.png"/><Relationship Id="rId15" Type="http://schemas.openxmlformats.org/officeDocument/2006/relationships/image" Target="../media/image77.png"/><Relationship Id="rId10" Type="http://schemas.openxmlformats.org/officeDocument/2006/relationships/image" Target="../media/image72.png"/><Relationship Id="rId19" Type="http://schemas.openxmlformats.org/officeDocument/2006/relationships/image" Target="../media/image81.png"/><Relationship Id="rId4" Type="http://schemas.openxmlformats.org/officeDocument/2006/relationships/image" Target="../media/image66.png"/><Relationship Id="rId9" Type="http://schemas.openxmlformats.org/officeDocument/2006/relationships/image" Target="../media/image71.png"/><Relationship Id="rId14" Type="http://schemas.openxmlformats.org/officeDocument/2006/relationships/image" Target="../media/image7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png"/><Relationship Id="rId13" Type="http://schemas.openxmlformats.org/officeDocument/2006/relationships/image" Target="../media/image90.png"/><Relationship Id="rId18" Type="http://schemas.openxmlformats.org/officeDocument/2006/relationships/image" Target="../media/image91.png"/><Relationship Id="rId3" Type="http://schemas.openxmlformats.org/officeDocument/2006/relationships/image" Target="../media/image84.png"/><Relationship Id="rId7" Type="http://schemas.openxmlformats.org/officeDocument/2006/relationships/image" Target="../media/image69.png"/><Relationship Id="rId12" Type="http://schemas.openxmlformats.org/officeDocument/2006/relationships/image" Target="../media/image89.png"/><Relationship Id="rId17" Type="http://schemas.openxmlformats.org/officeDocument/2006/relationships/image" Target="../media/image80.png"/><Relationship Id="rId2" Type="http://schemas.openxmlformats.org/officeDocument/2006/relationships/image" Target="../media/image83.png"/><Relationship Id="rId16" Type="http://schemas.openxmlformats.org/officeDocument/2006/relationships/image" Target="../media/image79.png"/><Relationship Id="rId20" Type="http://schemas.openxmlformats.org/officeDocument/2006/relationships/image" Target="../media/image9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8.png"/><Relationship Id="rId11" Type="http://schemas.openxmlformats.org/officeDocument/2006/relationships/image" Target="../media/image88.png"/><Relationship Id="rId5" Type="http://schemas.openxmlformats.org/officeDocument/2006/relationships/image" Target="../media/image67.png"/><Relationship Id="rId15" Type="http://schemas.openxmlformats.org/officeDocument/2006/relationships/image" Target="../media/image78.png"/><Relationship Id="rId10" Type="http://schemas.openxmlformats.org/officeDocument/2006/relationships/image" Target="../media/image87.png"/><Relationship Id="rId19" Type="http://schemas.openxmlformats.org/officeDocument/2006/relationships/image" Target="../media/image92.png"/><Relationship Id="rId4" Type="http://schemas.openxmlformats.org/officeDocument/2006/relationships/image" Target="../media/image66.png"/><Relationship Id="rId9" Type="http://schemas.openxmlformats.org/officeDocument/2006/relationships/image" Target="../media/image86.png"/><Relationship Id="rId14" Type="http://schemas.openxmlformats.org/officeDocument/2006/relationships/image" Target="../media/image7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13" Type="http://schemas.openxmlformats.org/officeDocument/2006/relationships/image" Target="../media/image105.png"/><Relationship Id="rId18" Type="http://schemas.openxmlformats.org/officeDocument/2006/relationships/image" Target="../media/image110.png"/><Relationship Id="rId3" Type="http://schemas.openxmlformats.org/officeDocument/2006/relationships/image" Target="../media/image95.png"/><Relationship Id="rId7" Type="http://schemas.openxmlformats.org/officeDocument/2006/relationships/image" Target="../media/image99.png"/><Relationship Id="rId12" Type="http://schemas.openxmlformats.org/officeDocument/2006/relationships/image" Target="../media/image104.png"/><Relationship Id="rId17" Type="http://schemas.openxmlformats.org/officeDocument/2006/relationships/image" Target="../media/image109.png"/><Relationship Id="rId2" Type="http://schemas.openxmlformats.org/officeDocument/2006/relationships/image" Target="../media/image94.png"/><Relationship Id="rId16" Type="http://schemas.openxmlformats.org/officeDocument/2006/relationships/image" Target="../media/image108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8.png"/><Relationship Id="rId11" Type="http://schemas.openxmlformats.org/officeDocument/2006/relationships/image" Target="../media/image103.png"/><Relationship Id="rId5" Type="http://schemas.openxmlformats.org/officeDocument/2006/relationships/image" Target="../media/image97.png"/><Relationship Id="rId15" Type="http://schemas.openxmlformats.org/officeDocument/2006/relationships/image" Target="../media/image107.png"/><Relationship Id="rId10" Type="http://schemas.openxmlformats.org/officeDocument/2006/relationships/image" Target="../media/image102.png"/><Relationship Id="rId4" Type="http://schemas.openxmlformats.org/officeDocument/2006/relationships/image" Target="../media/image96.png"/><Relationship Id="rId9" Type="http://schemas.openxmlformats.org/officeDocument/2006/relationships/image" Target="../media/image101.png"/><Relationship Id="rId14" Type="http://schemas.openxmlformats.org/officeDocument/2006/relationships/image" Target="../media/image10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7.png"/><Relationship Id="rId13" Type="http://schemas.openxmlformats.org/officeDocument/2006/relationships/image" Target="../media/image122.png"/><Relationship Id="rId18" Type="http://schemas.openxmlformats.org/officeDocument/2006/relationships/image" Target="../media/image127.png"/><Relationship Id="rId3" Type="http://schemas.openxmlformats.org/officeDocument/2006/relationships/image" Target="../media/image112.png"/><Relationship Id="rId7" Type="http://schemas.openxmlformats.org/officeDocument/2006/relationships/image" Target="../media/image116.png"/><Relationship Id="rId12" Type="http://schemas.openxmlformats.org/officeDocument/2006/relationships/image" Target="../media/image121.png"/><Relationship Id="rId17" Type="http://schemas.openxmlformats.org/officeDocument/2006/relationships/image" Target="../media/image126.png"/><Relationship Id="rId2" Type="http://schemas.openxmlformats.org/officeDocument/2006/relationships/image" Target="../media/image111.png"/><Relationship Id="rId16" Type="http://schemas.openxmlformats.org/officeDocument/2006/relationships/image" Target="../media/image12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5.png"/><Relationship Id="rId11" Type="http://schemas.openxmlformats.org/officeDocument/2006/relationships/image" Target="../media/image120.png"/><Relationship Id="rId5" Type="http://schemas.openxmlformats.org/officeDocument/2006/relationships/image" Target="../media/image114.png"/><Relationship Id="rId15" Type="http://schemas.openxmlformats.org/officeDocument/2006/relationships/image" Target="../media/image124.png"/><Relationship Id="rId10" Type="http://schemas.openxmlformats.org/officeDocument/2006/relationships/image" Target="../media/image119.png"/><Relationship Id="rId4" Type="http://schemas.openxmlformats.org/officeDocument/2006/relationships/image" Target="../media/image113.png"/><Relationship Id="rId9" Type="http://schemas.openxmlformats.org/officeDocument/2006/relationships/image" Target="../media/image118.png"/><Relationship Id="rId14" Type="http://schemas.openxmlformats.org/officeDocument/2006/relationships/image" Target="../media/image12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4.png"/><Relationship Id="rId13" Type="http://schemas.openxmlformats.org/officeDocument/2006/relationships/image" Target="../media/image139.png"/><Relationship Id="rId18" Type="http://schemas.openxmlformats.org/officeDocument/2006/relationships/image" Target="../media/image144.png"/><Relationship Id="rId3" Type="http://schemas.openxmlformats.org/officeDocument/2006/relationships/image" Target="../media/image129.png"/><Relationship Id="rId7" Type="http://schemas.openxmlformats.org/officeDocument/2006/relationships/image" Target="../media/image133.png"/><Relationship Id="rId12" Type="http://schemas.openxmlformats.org/officeDocument/2006/relationships/image" Target="../media/image138.png"/><Relationship Id="rId17" Type="http://schemas.openxmlformats.org/officeDocument/2006/relationships/image" Target="../media/image143.png"/><Relationship Id="rId2" Type="http://schemas.openxmlformats.org/officeDocument/2006/relationships/image" Target="../media/image128.png"/><Relationship Id="rId16" Type="http://schemas.openxmlformats.org/officeDocument/2006/relationships/image" Target="../media/image142.png"/><Relationship Id="rId20" Type="http://schemas.openxmlformats.org/officeDocument/2006/relationships/image" Target="../media/image14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32.png"/><Relationship Id="rId11" Type="http://schemas.openxmlformats.org/officeDocument/2006/relationships/image" Target="../media/image137.png"/><Relationship Id="rId5" Type="http://schemas.openxmlformats.org/officeDocument/2006/relationships/image" Target="../media/image131.png"/><Relationship Id="rId15" Type="http://schemas.openxmlformats.org/officeDocument/2006/relationships/image" Target="../media/image141.png"/><Relationship Id="rId10" Type="http://schemas.openxmlformats.org/officeDocument/2006/relationships/image" Target="../media/image136.png"/><Relationship Id="rId19" Type="http://schemas.openxmlformats.org/officeDocument/2006/relationships/image" Target="../media/image145.png"/><Relationship Id="rId4" Type="http://schemas.openxmlformats.org/officeDocument/2006/relationships/image" Target="../media/image130.png"/><Relationship Id="rId9" Type="http://schemas.openxmlformats.org/officeDocument/2006/relationships/image" Target="../media/image135.png"/><Relationship Id="rId14" Type="http://schemas.openxmlformats.org/officeDocument/2006/relationships/image" Target="../media/image14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3.png"/><Relationship Id="rId13" Type="http://schemas.openxmlformats.org/officeDocument/2006/relationships/image" Target="../media/image158.png"/><Relationship Id="rId18" Type="http://schemas.openxmlformats.org/officeDocument/2006/relationships/image" Target="../media/image163.png"/><Relationship Id="rId3" Type="http://schemas.openxmlformats.org/officeDocument/2006/relationships/image" Target="../media/image148.png"/><Relationship Id="rId7" Type="http://schemas.openxmlformats.org/officeDocument/2006/relationships/image" Target="../media/image152.png"/><Relationship Id="rId12" Type="http://schemas.openxmlformats.org/officeDocument/2006/relationships/image" Target="../media/image157.png"/><Relationship Id="rId17" Type="http://schemas.openxmlformats.org/officeDocument/2006/relationships/image" Target="../media/image162.png"/><Relationship Id="rId2" Type="http://schemas.openxmlformats.org/officeDocument/2006/relationships/image" Target="../media/image147.png"/><Relationship Id="rId16" Type="http://schemas.openxmlformats.org/officeDocument/2006/relationships/image" Target="../media/image161.png"/><Relationship Id="rId20" Type="http://schemas.openxmlformats.org/officeDocument/2006/relationships/image" Target="../media/image16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51.png"/><Relationship Id="rId11" Type="http://schemas.openxmlformats.org/officeDocument/2006/relationships/image" Target="../media/image156.png"/><Relationship Id="rId5" Type="http://schemas.openxmlformats.org/officeDocument/2006/relationships/image" Target="../media/image150.png"/><Relationship Id="rId15" Type="http://schemas.openxmlformats.org/officeDocument/2006/relationships/image" Target="../media/image160.png"/><Relationship Id="rId10" Type="http://schemas.openxmlformats.org/officeDocument/2006/relationships/image" Target="../media/image155.png"/><Relationship Id="rId19" Type="http://schemas.openxmlformats.org/officeDocument/2006/relationships/image" Target="../media/image164.png"/><Relationship Id="rId4" Type="http://schemas.openxmlformats.org/officeDocument/2006/relationships/image" Target="../media/image149.png"/><Relationship Id="rId9" Type="http://schemas.openxmlformats.org/officeDocument/2006/relationships/image" Target="../media/image154.png"/><Relationship Id="rId14" Type="http://schemas.openxmlformats.org/officeDocument/2006/relationships/image" Target="../media/image15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2.png"/><Relationship Id="rId13" Type="http://schemas.openxmlformats.org/officeDocument/2006/relationships/image" Target="../media/image177.png"/><Relationship Id="rId3" Type="http://schemas.openxmlformats.org/officeDocument/2006/relationships/image" Target="../media/image167.png"/><Relationship Id="rId7" Type="http://schemas.openxmlformats.org/officeDocument/2006/relationships/image" Target="../media/image171.png"/><Relationship Id="rId12" Type="http://schemas.openxmlformats.org/officeDocument/2006/relationships/image" Target="../media/image176.png"/><Relationship Id="rId2" Type="http://schemas.openxmlformats.org/officeDocument/2006/relationships/image" Target="../media/image16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70.png"/><Relationship Id="rId11" Type="http://schemas.openxmlformats.org/officeDocument/2006/relationships/image" Target="../media/image175.png"/><Relationship Id="rId5" Type="http://schemas.openxmlformats.org/officeDocument/2006/relationships/image" Target="../media/image169.png"/><Relationship Id="rId10" Type="http://schemas.openxmlformats.org/officeDocument/2006/relationships/image" Target="../media/image174.png"/><Relationship Id="rId4" Type="http://schemas.openxmlformats.org/officeDocument/2006/relationships/image" Target="../media/image168.png"/><Relationship Id="rId9" Type="http://schemas.openxmlformats.org/officeDocument/2006/relationships/image" Target="../media/image17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4.png"/><Relationship Id="rId13" Type="http://schemas.openxmlformats.org/officeDocument/2006/relationships/image" Target="../media/image189.png"/><Relationship Id="rId3" Type="http://schemas.openxmlformats.org/officeDocument/2006/relationships/image" Target="../media/image179.png"/><Relationship Id="rId7" Type="http://schemas.openxmlformats.org/officeDocument/2006/relationships/image" Target="../media/image183.png"/><Relationship Id="rId12" Type="http://schemas.openxmlformats.org/officeDocument/2006/relationships/image" Target="../media/image188.png"/><Relationship Id="rId2" Type="http://schemas.openxmlformats.org/officeDocument/2006/relationships/image" Target="../media/image178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82.png"/><Relationship Id="rId11" Type="http://schemas.openxmlformats.org/officeDocument/2006/relationships/image" Target="../media/image187.png"/><Relationship Id="rId5" Type="http://schemas.openxmlformats.org/officeDocument/2006/relationships/image" Target="../media/image181.png"/><Relationship Id="rId10" Type="http://schemas.openxmlformats.org/officeDocument/2006/relationships/image" Target="../media/image186.png"/><Relationship Id="rId4" Type="http://schemas.openxmlformats.org/officeDocument/2006/relationships/image" Target="../media/image180.png"/><Relationship Id="rId9" Type="http://schemas.openxmlformats.org/officeDocument/2006/relationships/image" Target="../media/image185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6.png"/><Relationship Id="rId13" Type="http://schemas.openxmlformats.org/officeDocument/2006/relationships/image" Target="../media/image201.png"/><Relationship Id="rId18" Type="http://schemas.openxmlformats.org/officeDocument/2006/relationships/image" Target="../media/image206.png"/><Relationship Id="rId3" Type="http://schemas.openxmlformats.org/officeDocument/2006/relationships/image" Target="../media/image191.png"/><Relationship Id="rId21" Type="http://schemas.openxmlformats.org/officeDocument/2006/relationships/image" Target="../media/image209.png"/><Relationship Id="rId7" Type="http://schemas.openxmlformats.org/officeDocument/2006/relationships/image" Target="../media/image195.png"/><Relationship Id="rId12" Type="http://schemas.openxmlformats.org/officeDocument/2006/relationships/image" Target="../media/image200.png"/><Relationship Id="rId17" Type="http://schemas.openxmlformats.org/officeDocument/2006/relationships/image" Target="../media/image205.png"/><Relationship Id="rId2" Type="http://schemas.openxmlformats.org/officeDocument/2006/relationships/image" Target="../media/image190.png"/><Relationship Id="rId16" Type="http://schemas.openxmlformats.org/officeDocument/2006/relationships/image" Target="../media/image204.png"/><Relationship Id="rId20" Type="http://schemas.openxmlformats.org/officeDocument/2006/relationships/image" Target="../media/image208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94.png"/><Relationship Id="rId11" Type="http://schemas.openxmlformats.org/officeDocument/2006/relationships/image" Target="../media/image199.png"/><Relationship Id="rId5" Type="http://schemas.openxmlformats.org/officeDocument/2006/relationships/image" Target="../media/image193.png"/><Relationship Id="rId15" Type="http://schemas.openxmlformats.org/officeDocument/2006/relationships/image" Target="../media/image203.png"/><Relationship Id="rId23" Type="http://schemas.openxmlformats.org/officeDocument/2006/relationships/image" Target="../media/image211.png"/><Relationship Id="rId10" Type="http://schemas.openxmlformats.org/officeDocument/2006/relationships/image" Target="../media/image198.png"/><Relationship Id="rId19" Type="http://schemas.openxmlformats.org/officeDocument/2006/relationships/image" Target="../media/image207.png"/><Relationship Id="rId4" Type="http://schemas.openxmlformats.org/officeDocument/2006/relationships/image" Target="../media/image192.png"/><Relationship Id="rId9" Type="http://schemas.openxmlformats.org/officeDocument/2006/relationships/image" Target="../media/image197.png"/><Relationship Id="rId14" Type="http://schemas.openxmlformats.org/officeDocument/2006/relationships/image" Target="../media/image202.png"/><Relationship Id="rId22" Type="http://schemas.openxmlformats.org/officeDocument/2006/relationships/image" Target="../media/image21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8.png"/><Relationship Id="rId13" Type="http://schemas.openxmlformats.org/officeDocument/2006/relationships/image" Target="../media/image223.png"/><Relationship Id="rId18" Type="http://schemas.openxmlformats.org/officeDocument/2006/relationships/image" Target="../media/image228.png"/><Relationship Id="rId3" Type="http://schemas.openxmlformats.org/officeDocument/2006/relationships/image" Target="../media/image213.png"/><Relationship Id="rId21" Type="http://schemas.openxmlformats.org/officeDocument/2006/relationships/image" Target="../media/image231.png"/><Relationship Id="rId7" Type="http://schemas.openxmlformats.org/officeDocument/2006/relationships/image" Target="../media/image217.png"/><Relationship Id="rId12" Type="http://schemas.openxmlformats.org/officeDocument/2006/relationships/image" Target="../media/image222.png"/><Relationship Id="rId17" Type="http://schemas.openxmlformats.org/officeDocument/2006/relationships/image" Target="../media/image227.png"/><Relationship Id="rId2" Type="http://schemas.openxmlformats.org/officeDocument/2006/relationships/image" Target="../media/image212.png"/><Relationship Id="rId16" Type="http://schemas.openxmlformats.org/officeDocument/2006/relationships/image" Target="../media/image226.png"/><Relationship Id="rId20" Type="http://schemas.openxmlformats.org/officeDocument/2006/relationships/image" Target="../media/image23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16.png"/><Relationship Id="rId11" Type="http://schemas.openxmlformats.org/officeDocument/2006/relationships/image" Target="../media/image221.png"/><Relationship Id="rId5" Type="http://schemas.openxmlformats.org/officeDocument/2006/relationships/image" Target="../media/image215.png"/><Relationship Id="rId15" Type="http://schemas.openxmlformats.org/officeDocument/2006/relationships/image" Target="../media/image225.png"/><Relationship Id="rId10" Type="http://schemas.openxmlformats.org/officeDocument/2006/relationships/image" Target="../media/image220.png"/><Relationship Id="rId19" Type="http://schemas.openxmlformats.org/officeDocument/2006/relationships/image" Target="../media/image229.png"/><Relationship Id="rId4" Type="http://schemas.openxmlformats.org/officeDocument/2006/relationships/image" Target="../media/image214.png"/><Relationship Id="rId9" Type="http://schemas.openxmlformats.org/officeDocument/2006/relationships/image" Target="../media/image219.png"/><Relationship Id="rId14" Type="http://schemas.openxmlformats.org/officeDocument/2006/relationships/image" Target="../media/image224.png"/><Relationship Id="rId22" Type="http://schemas.openxmlformats.org/officeDocument/2006/relationships/image" Target="../media/image232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9.png"/><Relationship Id="rId13" Type="http://schemas.openxmlformats.org/officeDocument/2006/relationships/image" Target="../media/image244.png"/><Relationship Id="rId18" Type="http://schemas.openxmlformats.org/officeDocument/2006/relationships/image" Target="../media/image249.png"/><Relationship Id="rId26" Type="http://schemas.openxmlformats.org/officeDocument/2006/relationships/image" Target="../media/image257.png"/><Relationship Id="rId3" Type="http://schemas.openxmlformats.org/officeDocument/2006/relationships/image" Target="../media/image234.png"/><Relationship Id="rId21" Type="http://schemas.openxmlformats.org/officeDocument/2006/relationships/image" Target="../media/image252.png"/><Relationship Id="rId7" Type="http://schemas.openxmlformats.org/officeDocument/2006/relationships/image" Target="../media/image238.png"/><Relationship Id="rId12" Type="http://schemas.openxmlformats.org/officeDocument/2006/relationships/image" Target="../media/image243.png"/><Relationship Id="rId17" Type="http://schemas.openxmlformats.org/officeDocument/2006/relationships/image" Target="../media/image248.png"/><Relationship Id="rId25" Type="http://schemas.openxmlformats.org/officeDocument/2006/relationships/image" Target="../media/image256.png"/><Relationship Id="rId2" Type="http://schemas.openxmlformats.org/officeDocument/2006/relationships/image" Target="../media/image233.png"/><Relationship Id="rId16" Type="http://schemas.openxmlformats.org/officeDocument/2006/relationships/image" Target="../media/image247.png"/><Relationship Id="rId20" Type="http://schemas.openxmlformats.org/officeDocument/2006/relationships/image" Target="../media/image25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37.png"/><Relationship Id="rId11" Type="http://schemas.openxmlformats.org/officeDocument/2006/relationships/image" Target="../media/image242.png"/><Relationship Id="rId24" Type="http://schemas.openxmlformats.org/officeDocument/2006/relationships/image" Target="../media/image255.png"/><Relationship Id="rId5" Type="http://schemas.openxmlformats.org/officeDocument/2006/relationships/image" Target="../media/image236.png"/><Relationship Id="rId15" Type="http://schemas.openxmlformats.org/officeDocument/2006/relationships/image" Target="../media/image246.png"/><Relationship Id="rId23" Type="http://schemas.openxmlformats.org/officeDocument/2006/relationships/image" Target="../media/image254.png"/><Relationship Id="rId28" Type="http://schemas.openxmlformats.org/officeDocument/2006/relationships/image" Target="../media/image259.png"/><Relationship Id="rId10" Type="http://schemas.openxmlformats.org/officeDocument/2006/relationships/image" Target="../media/image241.png"/><Relationship Id="rId19" Type="http://schemas.openxmlformats.org/officeDocument/2006/relationships/image" Target="../media/image250.png"/><Relationship Id="rId4" Type="http://schemas.openxmlformats.org/officeDocument/2006/relationships/image" Target="../media/image235.png"/><Relationship Id="rId9" Type="http://schemas.openxmlformats.org/officeDocument/2006/relationships/image" Target="../media/image240.png"/><Relationship Id="rId14" Type="http://schemas.openxmlformats.org/officeDocument/2006/relationships/image" Target="../media/image245.png"/><Relationship Id="rId22" Type="http://schemas.openxmlformats.org/officeDocument/2006/relationships/image" Target="../media/image253.png"/><Relationship Id="rId27" Type="http://schemas.openxmlformats.org/officeDocument/2006/relationships/image" Target="../media/image258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6.png"/><Relationship Id="rId13" Type="http://schemas.openxmlformats.org/officeDocument/2006/relationships/image" Target="../media/image271.png"/><Relationship Id="rId18" Type="http://schemas.openxmlformats.org/officeDocument/2006/relationships/image" Target="../media/image276.png"/><Relationship Id="rId26" Type="http://schemas.openxmlformats.org/officeDocument/2006/relationships/image" Target="../media/image283.png"/><Relationship Id="rId3" Type="http://schemas.openxmlformats.org/officeDocument/2006/relationships/image" Target="../media/image261.png"/><Relationship Id="rId21" Type="http://schemas.openxmlformats.org/officeDocument/2006/relationships/image" Target="../media/image252.png"/><Relationship Id="rId7" Type="http://schemas.openxmlformats.org/officeDocument/2006/relationships/image" Target="../media/image265.png"/><Relationship Id="rId12" Type="http://schemas.openxmlformats.org/officeDocument/2006/relationships/image" Target="../media/image270.png"/><Relationship Id="rId17" Type="http://schemas.openxmlformats.org/officeDocument/2006/relationships/image" Target="../media/image275.png"/><Relationship Id="rId25" Type="http://schemas.openxmlformats.org/officeDocument/2006/relationships/image" Target="../media/image282.png"/><Relationship Id="rId2" Type="http://schemas.openxmlformats.org/officeDocument/2006/relationships/image" Target="../media/image260.png"/><Relationship Id="rId16" Type="http://schemas.openxmlformats.org/officeDocument/2006/relationships/image" Target="../media/image274.png"/><Relationship Id="rId20" Type="http://schemas.openxmlformats.org/officeDocument/2006/relationships/image" Target="../media/image278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64.png"/><Relationship Id="rId11" Type="http://schemas.openxmlformats.org/officeDocument/2006/relationships/image" Target="../media/image269.png"/><Relationship Id="rId24" Type="http://schemas.openxmlformats.org/officeDocument/2006/relationships/image" Target="../media/image281.png"/><Relationship Id="rId5" Type="http://schemas.openxmlformats.org/officeDocument/2006/relationships/image" Target="../media/image263.png"/><Relationship Id="rId15" Type="http://schemas.openxmlformats.org/officeDocument/2006/relationships/image" Target="../media/image273.png"/><Relationship Id="rId23" Type="http://schemas.openxmlformats.org/officeDocument/2006/relationships/image" Target="../media/image280.png"/><Relationship Id="rId28" Type="http://schemas.openxmlformats.org/officeDocument/2006/relationships/image" Target="../media/image285.png"/><Relationship Id="rId10" Type="http://schemas.openxmlformats.org/officeDocument/2006/relationships/image" Target="../media/image268.png"/><Relationship Id="rId19" Type="http://schemas.openxmlformats.org/officeDocument/2006/relationships/image" Target="../media/image277.png"/><Relationship Id="rId4" Type="http://schemas.openxmlformats.org/officeDocument/2006/relationships/image" Target="../media/image262.png"/><Relationship Id="rId9" Type="http://schemas.openxmlformats.org/officeDocument/2006/relationships/image" Target="../media/image267.png"/><Relationship Id="rId14" Type="http://schemas.openxmlformats.org/officeDocument/2006/relationships/image" Target="../media/image272.png"/><Relationship Id="rId22" Type="http://schemas.openxmlformats.org/officeDocument/2006/relationships/image" Target="../media/image279.png"/><Relationship Id="rId27" Type="http://schemas.openxmlformats.org/officeDocument/2006/relationships/image" Target="../media/image284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2.png"/><Relationship Id="rId3" Type="http://schemas.openxmlformats.org/officeDocument/2006/relationships/image" Target="../media/image287.png"/><Relationship Id="rId7" Type="http://schemas.openxmlformats.org/officeDocument/2006/relationships/image" Target="../media/image291.png"/><Relationship Id="rId2" Type="http://schemas.openxmlformats.org/officeDocument/2006/relationships/image" Target="../media/image28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90.png"/><Relationship Id="rId5" Type="http://schemas.openxmlformats.org/officeDocument/2006/relationships/image" Target="../media/image289.png"/><Relationship Id="rId4" Type="http://schemas.openxmlformats.org/officeDocument/2006/relationships/image" Target="../media/image288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9.png"/><Relationship Id="rId3" Type="http://schemas.openxmlformats.org/officeDocument/2006/relationships/image" Target="../media/image294.png"/><Relationship Id="rId7" Type="http://schemas.openxmlformats.org/officeDocument/2006/relationships/image" Target="../media/image298.png"/><Relationship Id="rId2" Type="http://schemas.openxmlformats.org/officeDocument/2006/relationships/image" Target="../media/image29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97.png"/><Relationship Id="rId5" Type="http://schemas.openxmlformats.org/officeDocument/2006/relationships/image" Target="../media/image296.png"/><Relationship Id="rId4" Type="http://schemas.openxmlformats.org/officeDocument/2006/relationships/image" Target="../media/image295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6.png"/><Relationship Id="rId13" Type="http://schemas.openxmlformats.org/officeDocument/2006/relationships/image" Target="../media/image311.png"/><Relationship Id="rId18" Type="http://schemas.openxmlformats.org/officeDocument/2006/relationships/image" Target="../media/image316.png"/><Relationship Id="rId3" Type="http://schemas.openxmlformats.org/officeDocument/2006/relationships/image" Target="../media/image301.png"/><Relationship Id="rId21" Type="http://schemas.openxmlformats.org/officeDocument/2006/relationships/image" Target="../media/image319.png"/><Relationship Id="rId7" Type="http://schemas.openxmlformats.org/officeDocument/2006/relationships/image" Target="../media/image305.png"/><Relationship Id="rId12" Type="http://schemas.openxmlformats.org/officeDocument/2006/relationships/image" Target="../media/image310.png"/><Relationship Id="rId17" Type="http://schemas.openxmlformats.org/officeDocument/2006/relationships/image" Target="../media/image315.png"/><Relationship Id="rId2" Type="http://schemas.openxmlformats.org/officeDocument/2006/relationships/image" Target="../media/image300.png"/><Relationship Id="rId16" Type="http://schemas.openxmlformats.org/officeDocument/2006/relationships/image" Target="../media/image314.png"/><Relationship Id="rId20" Type="http://schemas.openxmlformats.org/officeDocument/2006/relationships/image" Target="../media/image318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04.png"/><Relationship Id="rId11" Type="http://schemas.openxmlformats.org/officeDocument/2006/relationships/image" Target="../media/image309.png"/><Relationship Id="rId5" Type="http://schemas.openxmlformats.org/officeDocument/2006/relationships/image" Target="../media/image303.png"/><Relationship Id="rId15" Type="http://schemas.openxmlformats.org/officeDocument/2006/relationships/image" Target="../media/image313.png"/><Relationship Id="rId10" Type="http://schemas.openxmlformats.org/officeDocument/2006/relationships/image" Target="../media/image308.png"/><Relationship Id="rId19" Type="http://schemas.openxmlformats.org/officeDocument/2006/relationships/image" Target="../media/image317.png"/><Relationship Id="rId4" Type="http://schemas.openxmlformats.org/officeDocument/2006/relationships/image" Target="../media/image302.png"/><Relationship Id="rId9" Type="http://schemas.openxmlformats.org/officeDocument/2006/relationships/image" Target="../media/image307.png"/><Relationship Id="rId14" Type="http://schemas.openxmlformats.org/officeDocument/2006/relationships/image" Target="../media/image312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lvl="0" eaLnBrk="0" hangingPunct="0">
              <a:defRPr/>
            </a:pPr>
            <a:r>
              <a:rPr lang="zh-CN" altLang="en-US" b="1" kern="0" dirty="0">
                <a:solidFill>
                  <a:schemeClr val="bg1"/>
                </a:solidFill>
                <a:ea typeface="微软雅黑" pitchFamily="34" charset="-122"/>
              </a:rPr>
              <a:t>企业网络常用图标（扁平版）</a:t>
            </a:r>
            <a:endParaRPr lang="en-US" altLang="zh-CN" b="1" kern="0" dirty="0">
              <a:solidFill>
                <a:schemeClr val="bg1"/>
              </a:solidFill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32952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图片 63" descr="汇聚交换机故障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748204" y="476249"/>
            <a:ext cx="540000" cy="441818"/>
          </a:xfrm>
          <a:prstGeom prst="rect">
            <a:avLst/>
          </a:prstGeom>
        </p:spPr>
      </p:pic>
      <p:pic>
        <p:nvPicPr>
          <p:cNvPr id="65" name="图片 64" descr="核心交换机故障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269081" y="476249"/>
            <a:ext cx="540000" cy="441818"/>
          </a:xfrm>
          <a:prstGeom prst="rect">
            <a:avLst/>
          </a:prstGeom>
        </p:spPr>
      </p:pic>
      <p:pic>
        <p:nvPicPr>
          <p:cNvPr id="66" name="图片 65" descr="通用交换机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712184" y="471226"/>
            <a:ext cx="540000" cy="441818"/>
          </a:xfrm>
          <a:prstGeom prst="rect">
            <a:avLst/>
          </a:prstGeom>
        </p:spPr>
      </p:pic>
      <p:pic>
        <p:nvPicPr>
          <p:cNvPr id="67" name="图片 66" descr="通用交换机故障.pn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891968" y="471671"/>
            <a:ext cx="540000" cy="441818"/>
          </a:xfrm>
          <a:prstGeom prst="rect">
            <a:avLst/>
          </a:prstGeom>
        </p:spPr>
      </p:pic>
      <p:pic>
        <p:nvPicPr>
          <p:cNvPr id="68" name="图片 67" descr="云中心 AP.pn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6715395" y="2658018"/>
            <a:ext cx="540000" cy="441818"/>
          </a:xfrm>
          <a:prstGeom prst="rect">
            <a:avLst/>
          </a:prstGeom>
        </p:spPr>
      </p:pic>
      <p:pic>
        <p:nvPicPr>
          <p:cNvPr id="69" name="图片 68" descr="中心AP.pn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5558667" y="2679699"/>
            <a:ext cx="540000" cy="441818"/>
          </a:xfrm>
          <a:prstGeom prst="rect">
            <a:avLst/>
          </a:prstGeom>
        </p:spPr>
      </p:pic>
      <p:pic>
        <p:nvPicPr>
          <p:cNvPr id="70" name="图片 69" descr="室内天线.pn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7984647" y="2679699"/>
            <a:ext cx="540000" cy="441818"/>
          </a:xfrm>
          <a:prstGeom prst="rect">
            <a:avLst/>
          </a:prstGeom>
        </p:spPr>
      </p:pic>
      <p:pic>
        <p:nvPicPr>
          <p:cNvPr id="71" name="图片 70" descr="核心交换机.png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3094913" y="476249"/>
            <a:ext cx="540000" cy="441818"/>
          </a:xfrm>
          <a:prstGeom prst="rect">
            <a:avLst/>
          </a:prstGeom>
        </p:spPr>
      </p:pic>
      <p:pic>
        <p:nvPicPr>
          <p:cNvPr id="72" name="图片 71" descr="汇聚交换机.png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5541815" y="476249"/>
            <a:ext cx="540000" cy="441818"/>
          </a:xfrm>
          <a:prstGeom prst="rect">
            <a:avLst/>
          </a:prstGeom>
        </p:spPr>
      </p:pic>
      <p:pic>
        <p:nvPicPr>
          <p:cNvPr id="73" name="图片 72" descr="CE12800交换机-蓝.png"/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7948563" y="475030"/>
            <a:ext cx="540000" cy="441818"/>
          </a:xfrm>
          <a:prstGeom prst="rect">
            <a:avLst/>
          </a:prstGeom>
        </p:spPr>
      </p:pic>
      <p:sp>
        <p:nvSpPr>
          <p:cNvPr id="74" name="TextBox 4"/>
          <p:cNvSpPr txBox="1"/>
          <p:nvPr/>
        </p:nvSpPr>
        <p:spPr>
          <a:xfrm>
            <a:off x="569251" y="949325"/>
            <a:ext cx="82586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通用交换机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5" name="TextBox 81"/>
          <p:cNvSpPr txBox="1"/>
          <p:nvPr/>
        </p:nvSpPr>
        <p:spPr>
          <a:xfrm>
            <a:off x="1620794" y="949325"/>
            <a:ext cx="108234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通用交换机故障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6" name="TextBox 84"/>
          <p:cNvSpPr txBox="1"/>
          <p:nvPr/>
        </p:nvSpPr>
        <p:spPr>
          <a:xfrm>
            <a:off x="2951980" y="949325"/>
            <a:ext cx="82586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核心交换机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7" name="TextBox 61"/>
          <p:cNvSpPr txBox="1"/>
          <p:nvPr/>
        </p:nvSpPr>
        <p:spPr>
          <a:xfrm>
            <a:off x="4001793" y="949325"/>
            <a:ext cx="10823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核心交换机故障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8" name="TextBox 65"/>
          <p:cNvSpPr txBox="1"/>
          <p:nvPr/>
        </p:nvSpPr>
        <p:spPr>
          <a:xfrm>
            <a:off x="5398882" y="949325"/>
            <a:ext cx="82586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汇聚交换机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9" name="TextBox 66"/>
          <p:cNvSpPr txBox="1"/>
          <p:nvPr/>
        </p:nvSpPr>
        <p:spPr>
          <a:xfrm>
            <a:off x="6477030" y="949325"/>
            <a:ext cx="10823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汇聚交换机故障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0" name="TextBox 67"/>
          <p:cNvSpPr txBox="1"/>
          <p:nvPr/>
        </p:nvSpPr>
        <p:spPr>
          <a:xfrm>
            <a:off x="7842530" y="949325"/>
            <a:ext cx="82586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接入交换机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81" name="图片 80" descr="AP故障.png"/>
          <p:cNvPicPr>
            <a:picLocks noChangeAspect="1"/>
          </p:cNvPicPr>
          <p:nvPr/>
        </p:nvPicPr>
        <p:blipFill>
          <a:blip r:embed="rId12" cstate="print"/>
          <a:stretch>
            <a:fillRect/>
          </a:stretch>
        </p:blipFill>
        <p:spPr>
          <a:xfrm>
            <a:off x="1891968" y="2685826"/>
            <a:ext cx="540000" cy="441818"/>
          </a:xfrm>
          <a:prstGeom prst="rect">
            <a:avLst/>
          </a:prstGeom>
        </p:spPr>
      </p:pic>
      <p:pic>
        <p:nvPicPr>
          <p:cNvPr id="82" name="图片 81" descr="AP.pn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712184" y="2685826"/>
            <a:ext cx="540000" cy="441818"/>
          </a:xfrm>
          <a:prstGeom prst="rect">
            <a:avLst/>
          </a:prstGeom>
        </p:spPr>
      </p:pic>
      <p:pic>
        <p:nvPicPr>
          <p:cNvPr id="83" name="图片 82" descr="CE12800交换机故障.png"/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3101055" y="1577974"/>
            <a:ext cx="540000" cy="441818"/>
          </a:xfrm>
          <a:prstGeom prst="rect">
            <a:avLst/>
          </a:prstGeom>
        </p:spPr>
      </p:pic>
      <p:pic>
        <p:nvPicPr>
          <p:cNvPr id="84" name="图片 83" descr="TOR交换机-蓝.png"/>
          <p:cNvPicPr>
            <a:picLocks noChangeAspect="1"/>
          </p:cNvPicPr>
          <p:nvPr/>
        </p:nvPicPr>
        <p:blipFill>
          <a:blip r:embed="rId15" cstate="print"/>
          <a:stretch>
            <a:fillRect/>
          </a:stretch>
        </p:blipFill>
        <p:spPr>
          <a:xfrm>
            <a:off x="4327015" y="1579625"/>
            <a:ext cx="540000" cy="441818"/>
          </a:xfrm>
          <a:prstGeom prst="rect">
            <a:avLst/>
          </a:prstGeom>
        </p:spPr>
      </p:pic>
      <p:pic>
        <p:nvPicPr>
          <p:cNvPr id="85" name="图片 84" descr="TOR交换机故障.png"/>
          <p:cNvPicPr>
            <a:picLocks noChangeAspect="1"/>
          </p:cNvPicPr>
          <p:nvPr/>
        </p:nvPicPr>
        <p:blipFill>
          <a:blip r:embed="rId16" cstate="print"/>
          <a:stretch>
            <a:fillRect/>
          </a:stretch>
        </p:blipFill>
        <p:spPr>
          <a:xfrm>
            <a:off x="5545505" y="1577974"/>
            <a:ext cx="540000" cy="441818"/>
          </a:xfrm>
          <a:prstGeom prst="rect">
            <a:avLst/>
          </a:prstGeom>
        </p:spPr>
      </p:pic>
      <p:pic>
        <p:nvPicPr>
          <p:cNvPr id="86" name="图片 85" descr="AC-蓝.png"/>
          <p:cNvPicPr>
            <a:picLocks noChangeAspect="1"/>
          </p:cNvPicPr>
          <p:nvPr/>
        </p:nvPicPr>
        <p:blipFill>
          <a:blip r:embed="rId17" cstate="print"/>
          <a:stretch>
            <a:fillRect/>
          </a:stretch>
        </p:blipFill>
        <p:spPr>
          <a:xfrm>
            <a:off x="6736447" y="1581200"/>
            <a:ext cx="540000" cy="441818"/>
          </a:xfrm>
          <a:prstGeom prst="rect">
            <a:avLst/>
          </a:prstGeom>
        </p:spPr>
      </p:pic>
      <p:pic>
        <p:nvPicPr>
          <p:cNvPr id="87" name="图片 86" descr="AC故障.png"/>
          <p:cNvPicPr>
            <a:picLocks noChangeAspect="1"/>
          </p:cNvPicPr>
          <p:nvPr/>
        </p:nvPicPr>
        <p:blipFill>
          <a:blip r:embed="rId18" cstate="print"/>
          <a:stretch>
            <a:fillRect/>
          </a:stretch>
        </p:blipFill>
        <p:spPr>
          <a:xfrm>
            <a:off x="8002120" y="1577974"/>
            <a:ext cx="540000" cy="441818"/>
          </a:xfrm>
          <a:prstGeom prst="rect">
            <a:avLst/>
          </a:prstGeom>
        </p:spPr>
      </p:pic>
      <p:sp>
        <p:nvSpPr>
          <p:cNvPr id="88" name="TextBox 73"/>
          <p:cNvSpPr txBox="1"/>
          <p:nvPr/>
        </p:nvSpPr>
        <p:spPr>
          <a:xfrm>
            <a:off x="2691221" y="2060575"/>
            <a:ext cx="135966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000" dirty="0" smtClean="0">
                <a:latin typeface="微软雅黑" pitchFamily="34" charset="-122"/>
                <a:ea typeface="微软雅黑" pitchFamily="34" charset="-122"/>
              </a:rPr>
              <a:t>CE12800</a:t>
            </a:r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交换机故障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9" name="TextBox 74"/>
          <p:cNvSpPr txBox="1"/>
          <p:nvPr/>
        </p:nvSpPr>
        <p:spPr>
          <a:xfrm>
            <a:off x="4181677" y="2060575"/>
            <a:ext cx="83067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000" dirty="0" smtClean="0">
                <a:latin typeface="微软雅黑" pitchFamily="34" charset="-122"/>
                <a:ea typeface="微软雅黑" pitchFamily="34" charset="-122"/>
              </a:rPr>
              <a:t>TOR</a:t>
            </a:r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交换机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0" name="TextBox 75"/>
          <p:cNvSpPr txBox="1"/>
          <p:nvPr/>
        </p:nvSpPr>
        <p:spPr>
          <a:xfrm>
            <a:off x="5271927" y="2060575"/>
            <a:ext cx="10871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000" dirty="0" smtClean="0">
                <a:latin typeface="微软雅黑" pitchFamily="34" charset="-122"/>
                <a:ea typeface="微软雅黑" pitchFamily="34" charset="-122"/>
              </a:rPr>
              <a:t>TOR</a:t>
            </a:r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交换机故障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1" name="TextBox 78"/>
          <p:cNvSpPr txBox="1"/>
          <p:nvPr/>
        </p:nvSpPr>
        <p:spPr>
          <a:xfrm>
            <a:off x="6825949" y="2060575"/>
            <a:ext cx="36099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000" dirty="0" smtClean="0">
                <a:latin typeface="微软雅黑" pitchFamily="34" charset="-122"/>
                <a:ea typeface="微软雅黑" pitchFamily="34" charset="-122"/>
              </a:rPr>
              <a:t>AC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2" name="TextBox 79"/>
          <p:cNvSpPr txBox="1"/>
          <p:nvPr/>
        </p:nvSpPr>
        <p:spPr>
          <a:xfrm>
            <a:off x="7963381" y="2060575"/>
            <a:ext cx="61747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000" dirty="0" smtClean="0">
                <a:latin typeface="微软雅黑" pitchFamily="34" charset="-122"/>
                <a:ea typeface="微软雅黑" pitchFamily="34" charset="-122"/>
              </a:rPr>
              <a:t>AC</a:t>
            </a:r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故障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3" name="TextBox 109"/>
          <p:cNvSpPr txBox="1"/>
          <p:nvPr/>
        </p:nvSpPr>
        <p:spPr>
          <a:xfrm>
            <a:off x="805693" y="3165475"/>
            <a:ext cx="35298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000" dirty="0" smtClean="0">
                <a:latin typeface="微软雅黑" pitchFamily="34" charset="-122"/>
                <a:ea typeface="微软雅黑" pitchFamily="34" charset="-122"/>
              </a:rPr>
              <a:t>AP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4" name="TextBox 112"/>
          <p:cNvSpPr txBox="1"/>
          <p:nvPr/>
        </p:nvSpPr>
        <p:spPr>
          <a:xfrm>
            <a:off x="1857237" y="3165475"/>
            <a:ext cx="6094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000" dirty="0" smtClean="0">
                <a:latin typeface="微软雅黑" pitchFamily="34" charset="-122"/>
                <a:ea typeface="微软雅黑" pitchFamily="34" charset="-122"/>
              </a:rPr>
              <a:t>AP</a:t>
            </a:r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故障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5" name="TextBox 118"/>
          <p:cNvSpPr txBox="1"/>
          <p:nvPr/>
        </p:nvSpPr>
        <p:spPr>
          <a:xfrm>
            <a:off x="7905833" y="3165475"/>
            <a:ext cx="69762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室内天线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6" name="TextBox 124"/>
          <p:cNvSpPr txBox="1"/>
          <p:nvPr/>
        </p:nvSpPr>
        <p:spPr>
          <a:xfrm>
            <a:off x="5523936" y="3165475"/>
            <a:ext cx="6094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中心</a:t>
            </a:r>
            <a:r>
              <a:rPr lang="en-US" altLang="zh-CN" sz="1000" dirty="0" smtClean="0">
                <a:latin typeface="微软雅黑" pitchFamily="34" charset="-122"/>
                <a:ea typeface="微软雅黑" pitchFamily="34" charset="-122"/>
              </a:rPr>
              <a:t>AP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7" name="TextBox 151"/>
          <p:cNvSpPr txBox="1"/>
          <p:nvPr/>
        </p:nvSpPr>
        <p:spPr>
          <a:xfrm>
            <a:off x="3178329" y="4257675"/>
            <a:ext cx="5325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000" dirty="0" smtClean="0">
                <a:latin typeface="微软雅黑" pitchFamily="34" charset="-122"/>
                <a:ea typeface="微软雅黑" pitchFamily="34" charset="-122"/>
              </a:rPr>
              <a:t>ACU2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8" name="TextBox 154"/>
          <p:cNvSpPr txBox="1"/>
          <p:nvPr/>
        </p:nvSpPr>
        <p:spPr>
          <a:xfrm>
            <a:off x="6424184" y="3134269"/>
            <a:ext cx="112242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云中心</a:t>
            </a:r>
            <a:r>
              <a:rPr lang="en-US" altLang="zh-CN" sz="1000" dirty="0" smtClean="0">
                <a:latin typeface="微软雅黑" pitchFamily="34" charset="-122"/>
                <a:ea typeface="微软雅黑" pitchFamily="34" charset="-122"/>
              </a:rPr>
              <a:t>AP</a:t>
            </a:r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示意图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9" name="TextBox 57"/>
          <p:cNvSpPr txBox="1"/>
          <p:nvPr/>
        </p:nvSpPr>
        <p:spPr>
          <a:xfrm>
            <a:off x="574771" y="78372"/>
            <a:ext cx="12554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 smtClean="0">
                <a:latin typeface="微软雅黑" pitchFamily="34" charset="-122"/>
                <a:ea typeface="微软雅黑" pitchFamily="34" charset="-122"/>
              </a:rPr>
              <a:t>交换机</a:t>
            </a:r>
            <a:r>
              <a:rPr lang="en-US" altLang="zh-CN" sz="1200" dirty="0">
                <a:latin typeface="微软雅黑" pitchFamily="34" charset="-122"/>
                <a:ea typeface="微软雅黑" pitchFamily="34" charset="-122"/>
              </a:rPr>
              <a:t>&amp;</a:t>
            </a:r>
            <a:r>
              <a:rPr lang="en-US" altLang="zh-CN" sz="1200" dirty="0" smtClean="0">
                <a:latin typeface="微软雅黑" pitchFamily="34" charset="-122"/>
                <a:ea typeface="微软雅黑" pitchFamily="34" charset="-122"/>
              </a:rPr>
              <a:t>WLAN</a:t>
            </a:r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100" name="图片 99" descr="云AP蓝.png"/>
          <p:cNvPicPr>
            <a:picLocks noChangeAspect="1"/>
          </p:cNvPicPr>
          <p:nvPr/>
        </p:nvPicPr>
        <p:blipFill>
          <a:blip r:embed="rId19" cstate="print"/>
          <a:stretch>
            <a:fillRect/>
          </a:stretch>
        </p:blipFill>
        <p:spPr>
          <a:xfrm>
            <a:off x="3126426" y="2685826"/>
            <a:ext cx="540000" cy="441818"/>
          </a:xfrm>
          <a:prstGeom prst="rect">
            <a:avLst/>
          </a:prstGeom>
        </p:spPr>
      </p:pic>
      <p:sp>
        <p:nvSpPr>
          <p:cNvPr id="101" name="TextBox 56"/>
          <p:cNvSpPr txBox="1"/>
          <p:nvPr/>
        </p:nvSpPr>
        <p:spPr>
          <a:xfrm>
            <a:off x="3162674" y="3165475"/>
            <a:ext cx="48122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云</a:t>
            </a:r>
            <a:r>
              <a:rPr lang="en-US" altLang="zh-CN" sz="1000" dirty="0" smtClean="0">
                <a:latin typeface="微软雅黑" pitchFamily="34" charset="-122"/>
                <a:ea typeface="微软雅黑" pitchFamily="34" charset="-122"/>
              </a:rPr>
              <a:t>AP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102" name="图片 101" descr="云中心AP蓝.png"/>
          <p:cNvPicPr>
            <a:picLocks noChangeAspect="1"/>
          </p:cNvPicPr>
          <p:nvPr/>
        </p:nvPicPr>
        <p:blipFill>
          <a:blip r:embed="rId20" cstate="print"/>
          <a:stretch>
            <a:fillRect/>
          </a:stretch>
        </p:blipFill>
        <p:spPr>
          <a:xfrm>
            <a:off x="4282711" y="2659923"/>
            <a:ext cx="540000" cy="441818"/>
          </a:xfrm>
          <a:prstGeom prst="rect">
            <a:avLst/>
          </a:prstGeom>
        </p:spPr>
      </p:pic>
      <p:sp>
        <p:nvSpPr>
          <p:cNvPr id="103" name="TextBox 59"/>
          <p:cNvSpPr txBox="1"/>
          <p:nvPr/>
        </p:nvSpPr>
        <p:spPr>
          <a:xfrm>
            <a:off x="4183965" y="3165475"/>
            <a:ext cx="73770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云中心</a:t>
            </a:r>
            <a:r>
              <a:rPr lang="en-US" altLang="zh-CN" sz="1000" dirty="0" smtClean="0">
                <a:latin typeface="微软雅黑" pitchFamily="34" charset="-122"/>
                <a:ea typeface="微软雅黑" pitchFamily="34" charset="-122"/>
              </a:rPr>
              <a:t>AP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104" name="图片 103" descr="室外天线蓝.png"/>
          <p:cNvPicPr>
            <a:picLocks noChangeAspect="1"/>
          </p:cNvPicPr>
          <p:nvPr/>
        </p:nvPicPr>
        <p:blipFill>
          <a:blip r:embed="rId21" cstate="print"/>
          <a:stretch>
            <a:fillRect/>
          </a:stretch>
        </p:blipFill>
        <p:spPr>
          <a:xfrm>
            <a:off x="712184" y="3749271"/>
            <a:ext cx="540000" cy="441818"/>
          </a:xfrm>
          <a:prstGeom prst="rect">
            <a:avLst/>
          </a:prstGeom>
        </p:spPr>
      </p:pic>
      <p:sp>
        <p:nvSpPr>
          <p:cNvPr id="105" name="TextBox 63"/>
          <p:cNvSpPr txBox="1"/>
          <p:nvPr/>
        </p:nvSpPr>
        <p:spPr>
          <a:xfrm>
            <a:off x="633371" y="4257675"/>
            <a:ext cx="6976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室外天线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106" name="图片 105" descr="天线蓝.png"/>
          <p:cNvPicPr>
            <a:picLocks noChangeAspect="1"/>
          </p:cNvPicPr>
          <p:nvPr/>
        </p:nvPicPr>
        <p:blipFill>
          <a:blip r:embed="rId22" cstate="print"/>
          <a:stretch>
            <a:fillRect/>
          </a:stretch>
        </p:blipFill>
        <p:spPr>
          <a:xfrm>
            <a:off x="1891968" y="3749271"/>
            <a:ext cx="540000" cy="441818"/>
          </a:xfrm>
          <a:prstGeom prst="rect">
            <a:avLst/>
          </a:prstGeom>
        </p:spPr>
      </p:pic>
      <p:sp>
        <p:nvSpPr>
          <p:cNvPr id="107" name="TextBox 69"/>
          <p:cNvSpPr txBox="1"/>
          <p:nvPr/>
        </p:nvSpPr>
        <p:spPr>
          <a:xfrm>
            <a:off x="1941395" y="4257675"/>
            <a:ext cx="44114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天线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108" name="图片 107" descr="ACU2蓝.png"/>
          <p:cNvPicPr>
            <a:picLocks noChangeAspect="1"/>
          </p:cNvPicPr>
          <p:nvPr/>
        </p:nvPicPr>
        <p:blipFill>
          <a:blip r:embed="rId23" cstate="print"/>
          <a:stretch>
            <a:fillRect/>
          </a:stretch>
        </p:blipFill>
        <p:spPr>
          <a:xfrm>
            <a:off x="3175955" y="3749271"/>
            <a:ext cx="540000" cy="441818"/>
          </a:xfrm>
          <a:prstGeom prst="rect">
            <a:avLst/>
          </a:prstGeom>
        </p:spPr>
      </p:pic>
      <p:pic>
        <p:nvPicPr>
          <p:cNvPr id="109" name="图片 108" descr="NGFW单板蓝.png"/>
          <p:cNvPicPr>
            <a:picLocks noChangeAspect="1"/>
          </p:cNvPicPr>
          <p:nvPr/>
        </p:nvPicPr>
        <p:blipFill>
          <a:blip r:embed="rId24" cstate="print"/>
          <a:stretch>
            <a:fillRect/>
          </a:stretch>
        </p:blipFill>
        <p:spPr>
          <a:xfrm>
            <a:off x="4390801" y="3749271"/>
            <a:ext cx="540000" cy="441818"/>
          </a:xfrm>
          <a:prstGeom prst="rect">
            <a:avLst/>
          </a:prstGeom>
        </p:spPr>
      </p:pic>
      <p:sp>
        <p:nvSpPr>
          <p:cNvPr id="110" name="TextBox 85"/>
          <p:cNvSpPr txBox="1"/>
          <p:nvPr/>
        </p:nvSpPr>
        <p:spPr>
          <a:xfrm>
            <a:off x="4233557" y="4257675"/>
            <a:ext cx="83869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000" dirty="0" smtClean="0">
                <a:latin typeface="微软雅黑" pitchFamily="34" charset="-122"/>
                <a:ea typeface="微软雅黑" pitchFamily="34" charset="-122"/>
              </a:rPr>
              <a:t>NGFW</a:t>
            </a:r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单板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111" name="图片 110" descr="堆叠TOR交换机蓝.png"/>
          <p:cNvPicPr>
            <a:picLocks noChangeAspect="1"/>
          </p:cNvPicPr>
          <p:nvPr/>
        </p:nvPicPr>
        <p:blipFill>
          <a:blip r:embed="rId25" cstate="print"/>
          <a:stretch>
            <a:fillRect/>
          </a:stretch>
        </p:blipFill>
        <p:spPr>
          <a:xfrm>
            <a:off x="8074081" y="3749271"/>
            <a:ext cx="540000" cy="441818"/>
          </a:xfrm>
          <a:prstGeom prst="rect">
            <a:avLst/>
          </a:prstGeom>
        </p:spPr>
      </p:pic>
      <p:pic>
        <p:nvPicPr>
          <p:cNvPr id="112" name="图片 111" descr="堆叠CE交换机蓝.png"/>
          <p:cNvPicPr>
            <a:picLocks noChangeAspect="1"/>
          </p:cNvPicPr>
          <p:nvPr/>
        </p:nvPicPr>
        <p:blipFill>
          <a:blip r:embed="rId26" cstate="print"/>
          <a:stretch>
            <a:fillRect/>
          </a:stretch>
        </p:blipFill>
        <p:spPr>
          <a:xfrm>
            <a:off x="6826132" y="3749271"/>
            <a:ext cx="540000" cy="441818"/>
          </a:xfrm>
          <a:prstGeom prst="rect">
            <a:avLst/>
          </a:prstGeom>
        </p:spPr>
      </p:pic>
      <p:pic>
        <p:nvPicPr>
          <p:cNvPr id="113" name="图片 112" descr="堆叠交换机蓝.png"/>
          <p:cNvPicPr>
            <a:picLocks noChangeAspect="1"/>
          </p:cNvPicPr>
          <p:nvPr/>
        </p:nvPicPr>
        <p:blipFill>
          <a:blip r:embed="rId27" cstate="print"/>
          <a:stretch>
            <a:fillRect/>
          </a:stretch>
        </p:blipFill>
        <p:spPr>
          <a:xfrm>
            <a:off x="5695751" y="3749271"/>
            <a:ext cx="540000" cy="441818"/>
          </a:xfrm>
          <a:prstGeom prst="rect">
            <a:avLst/>
          </a:prstGeom>
        </p:spPr>
      </p:pic>
      <p:sp>
        <p:nvSpPr>
          <p:cNvPr id="114" name="TextBox 120"/>
          <p:cNvSpPr txBox="1"/>
          <p:nvPr/>
        </p:nvSpPr>
        <p:spPr>
          <a:xfrm>
            <a:off x="5572382" y="4257675"/>
            <a:ext cx="82586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堆叠交换机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5" name="TextBox 122"/>
          <p:cNvSpPr txBox="1"/>
          <p:nvPr/>
        </p:nvSpPr>
        <p:spPr>
          <a:xfrm>
            <a:off x="6597646" y="4257675"/>
            <a:ext cx="9829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堆叠</a:t>
            </a:r>
            <a:r>
              <a:rPr lang="en-US" altLang="zh-CN" sz="1000" dirty="0" smtClean="0">
                <a:latin typeface="微软雅黑" pitchFamily="34" charset="-122"/>
                <a:ea typeface="微软雅黑" pitchFamily="34" charset="-122"/>
              </a:rPr>
              <a:t>CE</a:t>
            </a:r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交换机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6" name="TextBox 123"/>
          <p:cNvSpPr txBox="1"/>
          <p:nvPr/>
        </p:nvSpPr>
        <p:spPr>
          <a:xfrm>
            <a:off x="7819177" y="4257675"/>
            <a:ext cx="10871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堆叠</a:t>
            </a:r>
            <a:r>
              <a:rPr lang="en-US" altLang="zh-CN" sz="1000" dirty="0" smtClean="0">
                <a:latin typeface="微软雅黑" pitchFamily="34" charset="-122"/>
                <a:ea typeface="微软雅黑" pitchFamily="34" charset="-122"/>
              </a:rPr>
              <a:t>TOR</a:t>
            </a:r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交换机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117" name="图片 116" descr="接入交换机.png"/>
          <p:cNvPicPr>
            <a:picLocks noChangeAspect="1"/>
          </p:cNvPicPr>
          <p:nvPr/>
        </p:nvPicPr>
        <p:blipFill>
          <a:blip r:embed="rId28" cstate="print"/>
          <a:stretch>
            <a:fillRect/>
          </a:stretch>
        </p:blipFill>
        <p:spPr>
          <a:xfrm>
            <a:off x="7948563" y="475030"/>
            <a:ext cx="540000" cy="441818"/>
          </a:xfrm>
          <a:prstGeom prst="rect">
            <a:avLst/>
          </a:prstGeom>
        </p:spPr>
      </p:pic>
      <p:pic>
        <p:nvPicPr>
          <p:cNvPr id="118" name="图片 117" descr="接入交换机故障.png"/>
          <p:cNvPicPr>
            <a:picLocks noChangeAspect="1"/>
          </p:cNvPicPr>
          <p:nvPr/>
        </p:nvPicPr>
        <p:blipFill>
          <a:blip r:embed="rId29" cstate="print"/>
          <a:stretch>
            <a:fillRect/>
          </a:stretch>
        </p:blipFill>
        <p:spPr>
          <a:xfrm>
            <a:off x="712184" y="1577974"/>
            <a:ext cx="540000" cy="441818"/>
          </a:xfrm>
          <a:prstGeom prst="rect">
            <a:avLst/>
          </a:prstGeom>
        </p:spPr>
      </p:pic>
      <p:sp>
        <p:nvSpPr>
          <p:cNvPr id="119" name="TextBox 83"/>
          <p:cNvSpPr txBox="1"/>
          <p:nvPr/>
        </p:nvSpPr>
        <p:spPr>
          <a:xfrm>
            <a:off x="441010" y="2060575"/>
            <a:ext cx="108234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接入交换机故障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120" name="图片 119" descr="CE12800交换机-蓝.png"/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1891968" y="1577974"/>
            <a:ext cx="540000" cy="441818"/>
          </a:xfrm>
          <a:prstGeom prst="rect">
            <a:avLst/>
          </a:prstGeom>
        </p:spPr>
      </p:pic>
      <p:sp>
        <p:nvSpPr>
          <p:cNvPr id="121" name="TextBox 91"/>
          <p:cNvSpPr txBox="1"/>
          <p:nvPr/>
        </p:nvSpPr>
        <p:spPr>
          <a:xfrm>
            <a:off x="1610375" y="2060575"/>
            <a:ext cx="11031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000" dirty="0" smtClean="0">
                <a:latin typeface="微软雅黑" pitchFamily="34" charset="-122"/>
                <a:ea typeface="微软雅黑" pitchFamily="34" charset="-122"/>
              </a:rPr>
              <a:t>CE12800</a:t>
            </a:r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交换机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574176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图片 59" descr="通用交换机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45076" y="464917"/>
            <a:ext cx="540000" cy="441818"/>
          </a:xfrm>
          <a:prstGeom prst="rect">
            <a:avLst/>
          </a:prstGeom>
        </p:spPr>
      </p:pic>
      <p:pic>
        <p:nvPicPr>
          <p:cNvPr id="61" name="图片 60" descr="通用交换机故障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873430" y="478425"/>
            <a:ext cx="540000" cy="441818"/>
          </a:xfrm>
          <a:prstGeom prst="rect">
            <a:avLst/>
          </a:prstGeom>
        </p:spPr>
      </p:pic>
      <p:pic>
        <p:nvPicPr>
          <p:cNvPr id="62" name="图片 61" descr="云中心 AP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817927" y="2566578"/>
            <a:ext cx="540000" cy="441818"/>
          </a:xfrm>
          <a:prstGeom prst="rect">
            <a:avLst/>
          </a:prstGeom>
        </p:spPr>
      </p:pic>
      <p:pic>
        <p:nvPicPr>
          <p:cNvPr id="63" name="图片 62" descr="中心AP.pn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5578769" y="2588259"/>
            <a:ext cx="540000" cy="441818"/>
          </a:xfrm>
          <a:prstGeom prst="rect">
            <a:avLst/>
          </a:prstGeom>
        </p:spPr>
      </p:pic>
      <p:pic>
        <p:nvPicPr>
          <p:cNvPr id="122" name="图片 121" descr="室内天线.pn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8039542" y="2529476"/>
            <a:ext cx="540000" cy="441818"/>
          </a:xfrm>
          <a:prstGeom prst="rect">
            <a:avLst/>
          </a:prstGeom>
        </p:spPr>
      </p:pic>
      <p:pic>
        <p:nvPicPr>
          <p:cNvPr id="123" name="图片 122" descr="AP故障.pn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1873430" y="2633798"/>
            <a:ext cx="540000" cy="441818"/>
          </a:xfrm>
          <a:prstGeom prst="rect">
            <a:avLst/>
          </a:prstGeom>
        </p:spPr>
      </p:pic>
      <p:pic>
        <p:nvPicPr>
          <p:cNvPr id="124" name="图片 123" descr="AP.pn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645076" y="2633798"/>
            <a:ext cx="540000" cy="441818"/>
          </a:xfrm>
          <a:prstGeom prst="rect">
            <a:avLst/>
          </a:prstGeom>
        </p:spPr>
      </p:pic>
      <p:pic>
        <p:nvPicPr>
          <p:cNvPr id="125" name="图片 124" descr="AC故障.png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8039542" y="1577974"/>
            <a:ext cx="540000" cy="441818"/>
          </a:xfrm>
          <a:prstGeom prst="rect">
            <a:avLst/>
          </a:prstGeom>
        </p:spPr>
      </p:pic>
      <p:pic>
        <p:nvPicPr>
          <p:cNvPr id="126" name="图片 125" descr="TOR交换机故障.png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5578769" y="1577974"/>
            <a:ext cx="540000" cy="441818"/>
          </a:xfrm>
          <a:prstGeom prst="rect">
            <a:avLst/>
          </a:prstGeom>
        </p:spPr>
      </p:pic>
      <p:pic>
        <p:nvPicPr>
          <p:cNvPr id="127" name="图片 126" descr="TOR交换机.png"/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4270904" y="1579625"/>
            <a:ext cx="540000" cy="441818"/>
          </a:xfrm>
          <a:prstGeom prst="rect">
            <a:avLst/>
          </a:prstGeom>
        </p:spPr>
      </p:pic>
      <p:pic>
        <p:nvPicPr>
          <p:cNvPr id="128" name="图片 127" descr="CE12800交换机故障.png"/>
          <p:cNvPicPr>
            <a:picLocks noChangeAspect="1"/>
          </p:cNvPicPr>
          <p:nvPr/>
        </p:nvPicPr>
        <p:blipFill>
          <a:blip r:embed="rId12" cstate="print"/>
          <a:stretch>
            <a:fillRect/>
          </a:stretch>
        </p:blipFill>
        <p:spPr>
          <a:xfrm>
            <a:off x="3088863" y="1577974"/>
            <a:ext cx="540000" cy="441818"/>
          </a:xfrm>
          <a:prstGeom prst="rect">
            <a:avLst/>
          </a:prstGeom>
        </p:spPr>
      </p:pic>
      <p:pic>
        <p:nvPicPr>
          <p:cNvPr id="129" name="图片 128" descr="CE12800交换机.pn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1873430" y="1577974"/>
            <a:ext cx="540000" cy="441818"/>
          </a:xfrm>
          <a:prstGeom prst="rect">
            <a:avLst/>
          </a:prstGeom>
        </p:spPr>
      </p:pic>
      <p:pic>
        <p:nvPicPr>
          <p:cNvPr id="130" name="图片 129" descr="接入交换机故障.png"/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645076" y="1577974"/>
            <a:ext cx="540000" cy="441818"/>
          </a:xfrm>
          <a:prstGeom prst="rect">
            <a:avLst/>
          </a:prstGeom>
        </p:spPr>
      </p:pic>
      <p:pic>
        <p:nvPicPr>
          <p:cNvPr id="131" name="图片 130" descr="接入交换机.png"/>
          <p:cNvPicPr>
            <a:picLocks noChangeAspect="1"/>
          </p:cNvPicPr>
          <p:nvPr/>
        </p:nvPicPr>
        <p:blipFill>
          <a:blip r:embed="rId15" cstate="print"/>
          <a:stretch>
            <a:fillRect/>
          </a:stretch>
        </p:blipFill>
        <p:spPr>
          <a:xfrm>
            <a:off x="8039542" y="476249"/>
            <a:ext cx="540000" cy="441818"/>
          </a:xfrm>
          <a:prstGeom prst="rect">
            <a:avLst/>
          </a:prstGeom>
        </p:spPr>
      </p:pic>
      <p:pic>
        <p:nvPicPr>
          <p:cNvPr id="132" name="图片 131" descr="汇聚交换机.png"/>
          <p:cNvPicPr>
            <a:picLocks noChangeAspect="1"/>
          </p:cNvPicPr>
          <p:nvPr/>
        </p:nvPicPr>
        <p:blipFill>
          <a:blip r:embed="rId16" cstate="print"/>
          <a:stretch>
            <a:fillRect/>
          </a:stretch>
        </p:blipFill>
        <p:spPr>
          <a:xfrm>
            <a:off x="5578769" y="476249"/>
            <a:ext cx="540000" cy="441818"/>
          </a:xfrm>
          <a:prstGeom prst="rect">
            <a:avLst/>
          </a:prstGeom>
        </p:spPr>
      </p:pic>
      <p:pic>
        <p:nvPicPr>
          <p:cNvPr id="133" name="图片 132" descr="核心交换机.png"/>
          <p:cNvPicPr>
            <a:picLocks noChangeAspect="1"/>
          </p:cNvPicPr>
          <p:nvPr/>
        </p:nvPicPr>
        <p:blipFill>
          <a:blip r:embed="rId17" cstate="print"/>
          <a:stretch>
            <a:fillRect/>
          </a:stretch>
        </p:blipFill>
        <p:spPr>
          <a:xfrm>
            <a:off x="3094913" y="476249"/>
            <a:ext cx="540000" cy="441818"/>
          </a:xfrm>
          <a:prstGeom prst="rect">
            <a:avLst/>
          </a:prstGeom>
        </p:spPr>
      </p:pic>
      <p:pic>
        <p:nvPicPr>
          <p:cNvPr id="134" name="图片 133" descr="AC-黄.png"/>
          <p:cNvPicPr>
            <a:picLocks noChangeAspect="1"/>
          </p:cNvPicPr>
          <p:nvPr/>
        </p:nvPicPr>
        <p:blipFill>
          <a:blip r:embed="rId18" cstate="print"/>
          <a:stretch>
            <a:fillRect/>
          </a:stretch>
        </p:blipFill>
        <p:spPr>
          <a:xfrm>
            <a:off x="6817927" y="1582419"/>
            <a:ext cx="540000" cy="441818"/>
          </a:xfrm>
          <a:prstGeom prst="rect">
            <a:avLst/>
          </a:prstGeom>
        </p:spPr>
      </p:pic>
      <p:sp>
        <p:nvSpPr>
          <p:cNvPr id="135" name="TextBox 4"/>
          <p:cNvSpPr txBox="1"/>
          <p:nvPr/>
        </p:nvSpPr>
        <p:spPr>
          <a:xfrm>
            <a:off x="507530" y="949325"/>
            <a:ext cx="82586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通用交换机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6" name="TextBox 81"/>
          <p:cNvSpPr txBox="1"/>
          <p:nvPr/>
        </p:nvSpPr>
        <p:spPr>
          <a:xfrm>
            <a:off x="1605250" y="949325"/>
            <a:ext cx="108234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通用交换机故障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7" name="TextBox 84"/>
          <p:cNvSpPr txBox="1"/>
          <p:nvPr/>
        </p:nvSpPr>
        <p:spPr>
          <a:xfrm>
            <a:off x="2951980" y="949325"/>
            <a:ext cx="82586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核心交换机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8" name="TextBox 61"/>
          <p:cNvSpPr txBox="1"/>
          <p:nvPr/>
        </p:nvSpPr>
        <p:spPr>
          <a:xfrm>
            <a:off x="5435836" y="949325"/>
            <a:ext cx="82586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汇聚交换机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9" name="TextBox 65"/>
          <p:cNvSpPr txBox="1"/>
          <p:nvPr/>
        </p:nvSpPr>
        <p:spPr>
          <a:xfrm>
            <a:off x="7896609" y="949325"/>
            <a:ext cx="82586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接入交换机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0" name="TextBox 66"/>
          <p:cNvSpPr txBox="1"/>
          <p:nvPr/>
        </p:nvSpPr>
        <p:spPr>
          <a:xfrm>
            <a:off x="466755" y="2060575"/>
            <a:ext cx="10823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接入交换机故障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1" name="TextBox 67"/>
          <p:cNvSpPr txBox="1"/>
          <p:nvPr/>
        </p:nvSpPr>
        <p:spPr>
          <a:xfrm>
            <a:off x="1656695" y="2060575"/>
            <a:ext cx="11031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 smtClean="0">
                <a:latin typeface="微软雅黑" pitchFamily="34" charset="-122"/>
                <a:ea typeface="微软雅黑" pitchFamily="34" charset="-122"/>
              </a:rPr>
              <a:t>CE12800</a:t>
            </a:r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交换机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2" name="TextBox 73"/>
          <p:cNvSpPr txBox="1"/>
          <p:nvPr/>
        </p:nvSpPr>
        <p:spPr>
          <a:xfrm>
            <a:off x="2679029" y="2060575"/>
            <a:ext cx="135966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000" dirty="0" smtClean="0">
                <a:latin typeface="微软雅黑" pitchFamily="34" charset="-122"/>
                <a:ea typeface="微软雅黑" pitchFamily="34" charset="-122"/>
              </a:rPr>
              <a:t>CE12800</a:t>
            </a:r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交换机故障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3" name="TextBox 74"/>
          <p:cNvSpPr txBox="1"/>
          <p:nvPr/>
        </p:nvSpPr>
        <p:spPr>
          <a:xfrm>
            <a:off x="4125566" y="2060575"/>
            <a:ext cx="83067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000" dirty="0" smtClean="0">
                <a:latin typeface="微软雅黑" pitchFamily="34" charset="-122"/>
                <a:ea typeface="微软雅黑" pitchFamily="34" charset="-122"/>
              </a:rPr>
              <a:t>TOR</a:t>
            </a:r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交换机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4" name="TextBox 75"/>
          <p:cNvSpPr txBox="1"/>
          <p:nvPr/>
        </p:nvSpPr>
        <p:spPr>
          <a:xfrm>
            <a:off x="5259735" y="2060575"/>
            <a:ext cx="10871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000" dirty="0" smtClean="0">
                <a:latin typeface="微软雅黑" pitchFamily="34" charset="-122"/>
                <a:ea typeface="微软雅黑" pitchFamily="34" charset="-122"/>
              </a:rPr>
              <a:t>TOR</a:t>
            </a:r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交换机故障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5" name="TextBox 76"/>
          <p:cNvSpPr txBox="1"/>
          <p:nvPr/>
        </p:nvSpPr>
        <p:spPr>
          <a:xfrm>
            <a:off x="5435835" y="4215947"/>
            <a:ext cx="82586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堆叠交换机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6" name="TextBox 77"/>
          <p:cNvSpPr txBox="1"/>
          <p:nvPr/>
        </p:nvSpPr>
        <p:spPr>
          <a:xfrm>
            <a:off x="6596447" y="4202884"/>
            <a:ext cx="98296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堆叠</a:t>
            </a:r>
            <a:r>
              <a:rPr lang="en-US" altLang="zh-CN" sz="1000" dirty="0" smtClean="0">
                <a:latin typeface="微软雅黑" pitchFamily="34" charset="-122"/>
                <a:ea typeface="微软雅黑" pitchFamily="34" charset="-122"/>
              </a:rPr>
              <a:t>CE</a:t>
            </a:r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交换机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7" name="TextBox 78"/>
          <p:cNvSpPr txBox="1"/>
          <p:nvPr/>
        </p:nvSpPr>
        <p:spPr>
          <a:xfrm>
            <a:off x="6907429" y="2060575"/>
            <a:ext cx="36099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000" dirty="0" smtClean="0">
                <a:latin typeface="微软雅黑" pitchFamily="34" charset="-122"/>
                <a:ea typeface="微软雅黑" pitchFamily="34" charset="-122"/>
              </a:rPr>
              <a:t>AC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8" name="TextBox 79"/>
          <p:cNvSpPr txBox="1"/>
          <p:nvPr/>
        </p:nvSpPr>
        <p:spPr>
          <a:xfrm>
            <a:off x="8000803" y="2060575"/>
            <a:ext cx="61747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000" dirty="0" smtClean="0">
                <a:latin typeface="微软雅黑" pitchFamily="34" charset="-122"/>
                <a:ea typeface="微软雅黑" pitchFamily="34" charset="-122"/>
              </a:rPr>
              <a:t>AC</a:t>
            </a:r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故障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9" name="TextBox 109"/>
          <p:cNvSpPr txBox="1"/>
          <p:nvPr/>
        </p:nvSpPr>
        <p:spPr>
          <a:xfrm>
            <a:off x="764383" y="3126289"/>
            <a:ext cx="35298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000" dirty="0" smtClean="0">
                <a:latin typeface="微软雅黑" pitchFamily="34" charset="-122"/>
                <a:ea typeface="微软雅黑" pitchFamily="34" charset="-122"/>
              </a:rPr>
              <a:t>AP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50" name="TextBox 112"/>
          <p:cNvSpPr txBox="1"/>
          <p:nvPr/>
        </p:nvSpPr>
        <p:spPr>
          <a:xfrm>
            <a:off x="1855027" y="3126289"/>
            <a:ext cx="6094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000" dirty="0" smtClean="0">
                <a:latin typeface="微软雅黑" pitchFamily="34" charset="-122"/>
                <a:ea typeface="微软雅黑" pitchFamily="34" charset="-122"/>
              </a:rPr>
              <a:t>AP</a:t>
            </a:r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故障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51" name="TextBox 118"/>
          <p:cNvSpPr txBox="1"/>
          <p:nvPr/>
        </p:nvSpPr>
        <p:spPr>
          <a:xfrm>
            <a:off x="7960728" y="3015252"/>
            <a:ext cx="69762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室内天线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52" name="TextBox 124"/>
          <p:cNvSpPr txBox="1"/>
          <p:nvPr/>
        </p:nvSpPr>
        <p:spPr>
          <a:xfrm>
            <a:off x="5544038" y="3074035"/>
            <a:ext cx="6094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中心</a:t>
            </a:r>
            <a:r>
              <a:rPr lang="en-US" altLang="zh-CN" sz="1000" dirty="0" smtClean="0">
                <a:latin typeface="微软雅黑" pitchFamily="34" charset="-122"/>
                <a:ea typeface="微软雅黑" pitchFamily="34" charset="-122"/>
              </a:rPr>
              <a:t>AP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53" name="TextBox 151"/>
          <p:cNvSpPr txBox="1"/>
          <p:nvPr/>
        </p:nvSpPr>
        <p:spPr>
          <a:xfrm>
            <a:off x="3130704" y="4257675"/>
            <a:ext cx="5325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000" dirty="0" smtClean="0">
                <a:latin typeface="微软雅黑" pitchFamily="34" charset="-122"/>
                <a:ea typeface="微软雅黑" pitchFamily="34" charset="-122"/>
              </a:rPr>
              <a:t>ACU2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54" name="TextBox 154"/>
          <p:cNvSpPr txBox="1"/>
          <p:nvPr/>
        </p:nvSpPr>
        <p:spPr>
          <a:xfrm>
            <a:off x="6526716" y="3042829"/>
            <a:ext cx="112242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云中心</a:t>
            </a:r>
            <a:r>
              <a:rPr lang="en-US" altLang="zh-CN" sz="1000" dirty="0" smtClean="0">
                <a:latin typeface="微软雅黑" pitchFamily="34" charset="-122"/>
                <a:ea typeface="微软雅黑" pitchFamily="34" charset="-122"/>
              </a:rPr>
              <a:t>AP</a:t>
            </a:r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示意图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55" name="TextBox 80"/>
          <p:cNvSpPr txBox="1"/>
          <p:nvPr/>
        </p:nvSpPr>
        <p:spPr>
          <a:xfrm>
            <a:off x="574771" y="78372"/>
            <a:ext cx="12554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 smtClean="0">
                <a:latin typeface="微软雅黑" pitchFamily="34" charset="-122"/>
                <a:ea typeface="微软雅黑" pitchFamily="34" charset="-122"/>
              </a:rPr>
              <a:t>交换机</a:t>
            </a:r>
            <a:r>
              <a:rPr lang="en-US" altLang="zh-CN" sz="1200" dirty="0">
                <a:latin typeface="微软雅黑" pitchFamily="34" charset="-122"/>
                <a:ea typeface="微软雅黑" pitchFamily="34" charset="-122"/>
              </a:rPr>
              <a:t>&amp;</a:t>
            </a:r>
            <a:r>
              <a:rPr lang="en-US" altLang="zh-CN" sz="1200" dirty="0" smtClean="0">
                <a:latin typeface="微软雅黑" pitchFamily="34" charset="-122"/>
                <a:ea typeface="微软雅黑" pitchFamily="34" charset="-122"/>
              </a:rPr>
              <a:t>WLAN</a:t>
            </a:r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156" name="图片 155" descr="云AP黄.png"/>
          <p:cNvPicPr>
            <a:picLocks noChangeAspect="1"/>
          </p:cNvPicPr>
          <p:nvPr/>
        </p:nvPicPr>
        <p:blipFill>
          <a:blip r:embed="rId19" cstate="print"/>
          <a:stretch>
            <a:fillRect/>
          </a:stretch>
        </p:blipFill>
        <p:spPr>
          <a:xfrm>
            <a:off x="3116035" y="2633798"/>
            <a:ext cx="540000" cy="441818"/>
          </a:xfrm>
          <a:prstGeom prst="rect">
            <a:avLst/>
          </a:prstGeom>
        </p:spPr>
      </p:pic>
      <p:pic>
        <p:nvPicPr>
          <p:cNvPr id="157" name="图片 156" descr="室外天线黄.png"/>
          <p:cNvPicPr>
            <a:picLocks noChangeAspect="1"/>
          </p:cNvPicPr>
          <p:nvPr/>
        </p:nvPicPr>
        <p:blipFill>
          <a:blip r:embed="rId20" cstate="print"/>
          <a:stretch>
            <a:fillRect/>
          </a:stretch>
        </p:blipFill>
        <p:spPr>
          <a:xfrm>
            <a:off x="645076" y="3757204"/>
            <a:ext cx="540000" cy="441818"/>
          </a:xfrm>
          <a:prstGeom prst="rect">
            <a:avLst/>
          </a:prstGeom>
        </p:spPr>
      </p:pic>
      <p:pic>
        <p:nvPicPr>
          <p:cNvPr id="158" name="图片 157" descr="天线黄.png"/>
          <p:cNvPicPr>
            <a:picLocks noChangeAspect="1"/>
          </p:cNvPicPr>
          <p:nvPr/>
        </p:nvPicPr>
        <p:blipFill>
          <a:blip r:embed="rId21" cstate="print"/>
          <a:stretch>
            <a:fillRect/>
          </a:stretch>
        </p:blipFill>
        <p:spPr>
          <a:xfrm>
            <a:off x="1873430" y="3757204"/>
            <a:ext cx="540000" cy="441818"/>
          </a:xfrm>
          <a:prstGeom prst="rect">
            <a:avLst/>
          </a:prstGeom>
        </p:spPr>
      </p:pic>
      <p:pic>
        <p:nvPicPr>
          <p:cNvPr id="159" name="图片 158" descr="ACU2黄.png"/>
          <p:cNvPicPr>
            <a:picLocks noChangeAspect="1"/>
          </p:cNvPicPr>
          <p:nvPr/>
        </p:nvPicPr>
        <p:blipFill>
          <a:blip r:embed="rId22" cstate="print"/>
          <a:stretch>
            <a:fillRect/>
          </a:stretch>
        </p:blipFill>
        <p:spPr>
          <a:xfrm>
            <a:off x="3135086" y="3757204"/>
            <a:ext cx="540000" cy="441818"/>
          </a:xfrm>
          <a:prstGeom prst="rect">
            <a:avLst/>
          </a:prstGeom>
        </p:spPr>
      </p:pic>
      <p:pic>
        <p:nvPicPr>
          <p:cNvPr id="160" name="图片 159" descr="NGFW单板黄.png"/>
          <p:cNvPicPr>
            <a:picLocks noChangeAspect="1"/>
          </p:cNvPicPr>
          <p:nvPr/>
        </p:nvPicPr>
        <p:blipFill>
          <a:blip r:embed="rId23" cstate="print"/>
          <a:stretch>
            <a:fillRect/>
          </a:stretch>
        </p:blipFill>
        <p:spPr>
          <a:xfrm>
            <a:off x="4270904" y="3724547"/>
            <a:ext cx="540000" cy="441818"/>
          </a:xfrm>
          <a:prstGeom prst="rect">
            <a:avLst/>
          </a:prstGeom>
        </p:spPr>
      </p:pic>
      <p:pic>
        <p:nvPicPr>
          <p:cNvPr id="161" name="图片 160" descr="堆叠TOR交换机黄.png"/>
          <p:cNvPicPr>
            <a:picLocks noChangeAspect="1"/>
          </p:cNvPicPr>
          <p:nvPr/>
        </p:nvPicPr>
        <p:blipFill>
          <a:blip r:embed="rId24" cstate="print"/>
          <a:stretch>
            <a:fillRect/>
          </a:stretch>
        </p:blipFill>
        <p:spPr>
          <a:xfrm>
            <a:off x="8039542" y="3682778"/>
            <a:ext cx="540000" cy="441818"/>
          </a:xfrm>
          <a:prstGeom prst="rect">
            <a:avLst/>
          </a:prstGeom>
        </p:spPr>
      </p:pic>
      <p:pic>
        <p:nvPicPr>
          <p:cNvPr id="162" name="图片 161" descr="堆叠CE交换机黄.png"/>
          <p:cNvPicPr>
            <a:picLocks noChangeAspect="1"/>
          </p:cNvPicPr>
          <p:nvPr/>
        </p:nvPicPr>
        <p:blipFill>
          <a:blip r:embed="rId25" cstate="print"/>
          <a:stretch>
            <a:fillRect/>
          </a:stretch>
        </p:blipFill>
        <p:spPr>
          <a:xfrm>
            <a:off x="6817927" y="3669717"/>
            <a:ext cx="540000" cy="441818"/>
          </a:xfrm>
          <a:prstGeom prst="rect">
            <a:avLst/>
          </a:prstGeom>
        </p:spPr>
      </p:pic>
      <p:pic>
        <p:nvPicPr>
          <p:cNvPr id="163" name="图片 162" descr="堆叠交换机黄.png"/>
          <p:cNvPicPr>
            <a:picLocks noChangeAspect="1"/>
          </p:cNvPicPr>
          <p:nvPr/>
        </p:nvPicPr>
        <p:blipFill>
          <a:blip r:embed="rId26" cstate="print"/>
          <a:stretch>
            <a:fillRect/>
          </a:stretch>
        </p:blipFill>
        <p:spPr>
          <a:xfrm>
            <a:off x="5578769" y="3701482"/>
            <a:ext cx="540000" cy="441818"/>
          </a:xfrm>
          <a:prstGeom prst="rect">
            <a:avLst/>
          </a:prstGeom>
        </p:spPr>
      </p:pic>
      <p:sp>
        <p:nvSpPr>
          <p:cNvPr id="164" name="TextBox 89"/>
          <p:cNvSpPr txBox="1"/>
          <p:nvPr/>
        </p:nvSpPr>
        <p:spPr>
          <a:xfrm>
            <a:off x="3152063" y="3126289"/>
            <a:ext cx="48122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云</a:t>
            </a:r>
            <a:r>
              <a:rPr lang="en-US" altLang="zh-CN" sz="1000" dirty="0" smtClean="0">
                <a:latin typeface="微软雅黑" pitchFamily="34" charset="-122"/>
                <a:ea typeface="微软雅黑" pitchFamily="34" charset="-122"/>
              </a:rPr>
              <a:t>AP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165" name="图片 164" descr="云中心AP黄.png"/>
          <p:cNvPicPr>
            <a:picLocks noChangeAspect="1"/>
          </p:cNvPicPr>
          <p:nvPr/>
        </p:nvPicPr>
        <p:blipFill>
          <a:blip r:embed="rId27" cstate="print"/>
          <a:stretch>
            <a:fillRect/>
          </a:stretch>
        </p:blipFill>
        <p:spPr>
          <a:xfrm>
            <a:off x="4270904" y="2614203"/>
            <a:ext cx="540000" cy="441818"/>
          </a:xfrm>
          <a:prstGeom prst="rect">
            <a:avLst/>
          </a:prstGeom>
        </p:spPr>
      </p:pic>
      <p:sp>
        <p:nvSpPr>
          <p:cNvPr id="166" name="TextBox 93"/>
          <p:cNvSpPr txBox="1"/>
          <p:nvPr/>
        </p:nvSpPr>
        <p:spPr>
          <a:xfrm>
            <a:off x="4172053" y="3113224"/>
            <a:ext cx="73770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云中心</a:t>
            </a:r>
            <a:r>
              <a:rPr lang="en-US" altLang="zh-CN" sz="1000" dirty="0" smtClean="0">
                <a:latin typeface="微软雅黑" pitchFamily="34" charset="-122"/>
                <a:ea typeface="微软雅黑" pitchFamily="34" charset="-122"/>
              </a:rPr>
              <a:t>AP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67" name="TextBox 95"/>
          <p:cNvSpPr txBox="1"/>
          <p:nvPr/>
        </p:nvSpPr>
        <p:spPr>
          <a:xfrm>
            <a:off x="625467" y="4257675"/>
            <a:ext cx="6976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室外天线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68" name="TextBox 96"/>
          <p:cNvSpPr txBox="1"/>
          <p:nvPr/>
        </p:nvSpPr>
        <p:spPr>
          <a:xfrm>
            <a:off x="1929364" y="4257675"/>
            <a:ext cx="44114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天线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69" name="TextBox 98"/>
          <p:cNvSpPr txBox="1"/>
          <p:nvPr/>
        </p:nvSpPr>
        <p:spPr>
          <a:xfrm>
            <a:off x="4121559" y="4257675"/>
            <a:ext cx="83869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000" dirty="0" smtClean="0">
                <a:latin typeface="微软雅黑" pitchFamily="34" charset="-122"/>
                <a:ea typeface="微软雅黑" pitchFamily="34" charset="-122"/>
              </a:rPr>
              <a:t>NGFW</a:t>
            </a:r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单板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70" name="TextBox 99"/>
          <p:cNvSpPr txBox="1"/>
          <p:nvPr/>
        </p:nvSpPr>
        <p:spPr>
          <a:xfrm>
            <a:off x="7765964" y="4202884"/>
            <a:ext cx="10871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堆叠</a:t>
            </a:r>
            <a:r>
              <a:rPr lang="en-US" altLang="zh-CN" sz="1000" dirty="0" smtClean="0">
                <a:latin typeface="微软雅黑" pitchFamily="34" charset="-122"/>
                <a:ea typeface="微软雅黑" pitchFamily="34" charset="-122"/>
              </a:rPr>
              <a:t>TOR</a:t>
            </a:r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交换机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171" name="图片 170" descr="核心交换机故障.png"/>
          <p:cNvPicPr>
            <a:picLocks noChangeAspect="1"/>
          </p:cNvPicPr>
          <p:nvPr/>
        </p:nvPicPr>
        <p:blipFill>
          <a:blip r:embed="rId28" cstate="print"/>
          <a:stretch>
            <a:fillRect/>
          </a:stretch>
        </p:blipFill>
        <p:spPr>
          <a:xfrm>
            <a:off x="4270904" y="476249"/>
            <a:ext cx="540000" cy="441818"/>
          </a:xfrm>
          <a:prstGeom prst="rect">
            <a:avLst/>
          </a:prstGeom>
        </p:spPr>
      </p:pic>
      <p:sp>
        <p:nvSpPr>
          <p:cNvPr id="172" name="TextBox 70"/>
          <p:cNvSpPr txBox="1"/>
          <p:nvPr/>
        </p:nvSpPr>
        <p:spPr>
          <a:xfrm>
            <a:off x="3999730" y="949325"/>
            <a:ext cx="10823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核心交换机故障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173" name="图片 172" descr="汇聚交换机故障.png"/>
          <p:cNvPicPr>
            <a:picLocks noChangeAspect="1"/>
          </p:cNvPicPr>
          <p:nvPr/>
        </p:nvPicPr>
        <p:blipFill>
          <a:blip r:embed="rId29" cstate="print"/>
          <a:stretch>
            <a:fillRect/>
          </a:stretch>
        </p:blipFill>
        <p:spPr>
          <a:xfrm>
            <a:off x="6817927" y="476249"/>
            <a:ext cx="540000" cy="441818"/>
          </a:xfrm>
          <a:prstGeom prst="rect">
            <a:avLst/>
          </a:prstGeom>
        </p:spPr>
      </p:pic>
      <p:sp>
        <p:nvSpPr>
          <p:cNvPr id="174" name="TextBox 104"/>
          <p:cNvSpPr txBox="1"/>
          <p:nvPr/>
        </p:nvSpPr>
        <p:spPr>
          <a:xfrm>
            <a:off x="6546753" y="949325"/>
            <a:ext cx="10823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汇聚交换机故障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436098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extBox 2"/>
          <p:cNvSpPr txBox="1"/>
          <p:nvPr/>
        </p:nvSpPr>
        <p:spPr>
          <a:xfrm>
            <a:off x="574771" y="78372"/>
            <a:ext cx="12554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 smtClean="0">
                <a:latin typeface="微软雅黑" pitchFamily="34" charset="-122"/>
                <a:ea typeface="微软雅黑" pitchFamily="34" charset="-122"/>
              </a:rPr>
              <a:t>交换机</a:t>
            </a:r>
            <a:r>
              <a:rPr lang="en-US" altLang="zh-CN" sz="1200" dirty="0">
                <a:latin typeface="微软雅黑" pitchFamily="34" charset="-122"/>
                <a:ea typeface="微软雅黑" pitchFamily="34" charset="-122"/>
              </a:rPr>
              <a:t>&amp;</a:t>
            </a:r>
            <a:r>
              <a:rPr lang="en-US" altLang="zh-CN" sz="1200" dirty="0" smtClean="0">
                <a:latin typeface="微软雅黑" pitchFamily="34" charset="-122"/>
                <a:ea typeface="微软雅黑" pitchFamily="34" charset="-122"/>
              </a:rPr>
              <a:t>WLAN</a:t>
            </a:r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4" name="TextBox 8"/>
          <p:cNvSpPr txBox="1"/>
          <p:nvPr/>
        </p:nvSpPr>
        <p:spPr>
          <a:xfrm>
            <a:off x="3096984" y="949325"/>
            <a:ext cx="44755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000" dirty="0" smtClean="0">
                <a:latin typeface="微软雅黑" pitchFamily="34" charset="-122"/>
                <a:ea typeface="微软雅黑" pitchFamily="34" charset="-122"/>
              </a:rPr>
              <a:t>RRU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5" name="TextBox 9"/>
          <p:cNvSpPr txBox="1"/>
          <p:nvPr/>
        </p:nvSpPr>
        <p:spPr>
          <a:xfrm>
            <a:off x="4102531" y="949325"/>
            <a:ext cx="88838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000" dirty="0" smtClean="0">
                <a:latin typeface="微软雅黑" pitchFamily="34" charset="-122"/>
                <a:ea typeface="微软雅黑" pitchFamily="34" charset="-122"/>
              </a:rPr>
              <a:t>Beacon</a:t>
            </a:r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设备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66" name="图片 65" descr="Beacon设备蓝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286571" y="465140"/>
            <a:ext cx="540000" cy="441818"/>
          </a:xfrm>
          <a:prstGeom prst="rect">
            <a:avLst/>
          </a:prstGeom>
        </p:spPr>
      </p:pic>
      <p:pic>
        <p:nvPicPr>
          <p:cNvPr id="67" name="图片 66" descr="RRU蓝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058216" y="465140"/>
            <a:ext cx="540000" cy="441818"/>
          </a:xfrm>
          <a:prstGeom prst="rect">
            <a:avLst/>
          </a:prstGeom>
        </p:spPr>
      </p:pic>
      <p:sp>
        <p:nvSpPr>
          <p:cNvPr id="68" name="TextBox 29"/>
          <p:cNvSpPr txBox="1"/>
          <p:nvPr/>
        </p:nvSpPr>
        <p:spPr>
          <a:xfrm>
            <a:off x="375282" y="1889851"/>
            <a:ext cx="109036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000" dirty="0" err="1" smtClean="0">
                <a:latin typeface="微软雅黑" pitchFamily="34" charset="-122"/>
                <a:ea typeface="微软雅黑" pitchFamily="34" charset="-122"/>
              </a:rPr>
              <a:t>VSwitch+VM</a:t>
            </a:r>
            <a:r>
              <a:rPr lang="en-US" altLang="zh-CN" sz="1000" dirty="0" smtClean="0">
                <a:latin typeface="微软雅黑" pitchFamily="34" charset="-122"/>
                <a:ea typeface="微软雅黑" pitchFamily="34" charset="-122"/>
              </a:rPr>
              <a:t> 1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9" name="TextBox 30"/>
          <p:cNvSpPr txBox="1"/>
          <p:nvPr/>
        </p:nvSpPr>
        <p:spPr>
          <a:xfrm>
            <a:off x="1603190" y="2079263"/>
            <a:ext cx="109036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000" dirty="0" err="1" smtClean="0">
                <a:latin typeface="微软雅黑" pitchFamily="34" charset="-122"/>
                <a:ea typeface="微软雅黑" pitchFamily="34" charset="-122"/>
              </a:rPr>
              <a:t>VSwitch+VM</a:t>
            </a:r>
            <a:r>
              <a:rPr lang="en-US" altLang="zh-CN" sz="1000" dirty="0" smtClean="0">
                <a:latin typeface="微软雅黑" pitchFamily="34" charset="-122"/>
                <a:ea typeface="微软雅黑" pitchFamily="34" charset="-122"/>
              </a:rPr>
              <a:t> 2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0" name="TextBox 31"/>
          <p:cNvSpPr txBox="1"/>
          <p:nvPr/>
        </p:nvSpPr>
        <p:spPr>
          <a:xfrm>
            <a:off x="2965272" y="1850663"/>
            <a:ext cx="76976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000" dirty="0" err="1" smtClean="0">
                <a:latin typeface="微软雅黑" pitchFamily="34" charset="-122"/>
                <a:ea typeface="微软雅黑" pitchFamily="34" charset="-122"/>
              </a:rPr>
              <a:t>Vswitch</a:t>
            </a:r>
            <a:r>
              <a:rPr lang="en-US" altLang="zh-CN" sz="1000" dirty="0" smtClean="0">
                <a:latin typeface="微软雅黑" pitchFamily="34" charset="-122"/>
                <a:ea typeface="微软雅黑" pitchFamily="34" charset="-122"/>
              </a:rPr>
              <a:t> 1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1" name="TextBox 32"/>
          <p:cNvSpPr txBox="1"/>
          <p:nvPr/>
        </p:nvSpPr>
        <p:spPr>
          <a:xfrm>
            <a:off x="4082147" y="2059668"/>
            <a:ext cx="76976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000" dirty="0" err="1" smtClean="0">
                <a:latin typeface="微软雅黑" pitchFamily="34" charset="-122"/>
                <a:ea typeface="微软雅黑" pitchFamily="34" charset="-122"/>
              </a:rPr>
              <a:t>Vswitch</a:t>
            </a:r>
            <a:r>
              <a:rPr lang="en-US" altLang="zh-CN" sz="1000" dirty="0" smtClean="0">
                <a:latin typeface="微软雅黑" pitchFamily="34" charset="-122"/>
                <a:ea typeface="微软雅黑" pitchFamily="34" charset="-122"/>
              </a:rPr>
              <a:t> 2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72" name="图片 71" descr="VS4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5898534" y="1963673"/>
            <a:ext cx="489873" cy="168165"/>
          </a:xfrm>
          <a:prstGeom prst="rect">
            <a:avLst/>
          </a:prstGeom>
        </p:spPr>
      </p:pic>
      <p:pic>
        <p:nvPicPr>
          <p:cNvPr id="73" name="图片 72" descr="VS3.pn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5904842" y="1741382"/>
            <a:ext cx="489873" cy="168165"/>
          </a:xfrm>
          <a:prstGeom prst="rect">
            <a:avLst/>
          </a:prstGeom>
        </p:spPr>
      </p:pic>
      <p:pic>
        <p:nvPicPr>
          <p:cNvPr id="74" name="图片 73" descr="VS2.pn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5898088" y="1512559"/>
            <a:ext cx="489873" cy="168165"/>
          </a:xfrm>
          <a:prstGeom prst="rect">
            <a:avLst/>
          </a:prstGeom>
        </p:spPr>
      </p:pic>
      <p:pic>
        <p:nvPicPr>
          <p:cNvPr id="75" name="图片 74" descr="VS1.pn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5897865" y="1309862"/>
            <a:ext cx="489873" cy="168165"/>
          </a:xfrm>
          <a:prstGeom prst="rect">
            <a:avLst/>
          </a:prstGeom>
        </p:spPr>
      </p:pic>
      <p:pic>
        <p:nvPicPr>
          <p:cNvPr id="76" name="图片 75" descr="防火墙.pn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1889592" y="465140"/>
            <a:ext cx="540000" cy="441818"/>
          </a:xfrm>
          <a:prstGeom prst="rect">
            <a:avLst/>
          </a:prstGeom>
        </p:spPr>
      </p:pic>
      <p:sp>
        <p:nvSpPr>
          <p:cNvPr id="77" name="TextBox 25"/>
          <p:cNvSpPr txBox="1"/>
          <p:nvPr/>
        </p:nvSpPr>
        <p:spPr>
          <a:xfrm>
            <a:off x="1874898" y="949325"/>
            <a:ext cx="56938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防火墙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78" name="图片 77" descr="转发器蓝.png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654825" y="465140"/>
            <a:ext cx="540000" cy="441818"/>
          </a:xfrm>
          <a:prstGeom prst="rect">
            <a:avLst/>
          </a:prstGeom>
        </p:spPr>
      </p:pic>
      <p:sp>
        <p:nvSpPr>
          <p:cNvPr id="79" name="TextBox 41"/>
          <p:cNvSpPr txBox="1"/>
          <p:nvPr/>
        </p:nvSpPr>
        <p:spPr>
          <a:xfrm>
            <a:off x="671420" y="949325"/>
            <a:ext cx="56938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转发器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80" name="图片 79" descr="VSwitch+VM 1蓝.png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623886" y="1400173"/>
            <a:ext cx="669600" cy="463569"/>
          </a:xfrm>
          <a:prstGeom prst="rect">
            <a:avLst/>
          </a:prstGeom>
        </p:spPr>
      </p:pic>
      <p:pic>
        <p:nvPicPr>
          <p:cNvPr id="81" name="图片 80" descr="VSwitch+VM 2蓝.png"/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1824037" y="1357504"/>
            <a:ext cx="669600" cy="675781"/>
          </a:xfrm>
          <a:prstGeom prst="rect">
            <a:avLst/>
          </a:prstGeom>
        </p:spPr>
      </p:pic>
      <p:pic>
        <p:nvPicPr>
          <p:cNvPr id="82" name="图片 81" descr="VSwitch 1蓝.png"/>
          <p:cNvPicPr>
            <a:picLocks noChangeAspect="1"/>
          </p:cNvPicPr>
          <p:nvPr/>
        </p:nvPicPr>
        <p:blipFill>
          <a:blip r:embed="rId12" cstate="print"/>
          <a:stretch>
            <a:fillRect/>
          </a:stretch>
        </p:blipFill>
        <p:spPr>
          <a:xfrm>
            <a:off x="3014661" y="1347786"/>
            <a:ext cx="669600" cy="463569"/>
          </a:xfrm>
          <a:prstGeom prst="rect">
            <a:avLst/>
          </a:prstGeom>
        </p:spPr>
      </p:pic>
      <p:pic>
        <p:nvPicPr>
          <p:cNvPr id="83" name="图片 82" descr="VSwitch 2蓝.pn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4114799" y="1343215"/>
            <a:ext cx="669600" cy="675781"/>
          </a:xfrm>
          <a:prstGeom prst="rect">
            <a:avLst/>
          </a:prstGeom>
        </p:spPr>
      </p:pic>
      <p:pic>
        <p:nvPicPr>
          <p:cNvPr id="84" name="图片 83" descr="VM.png"/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5046289" y="1343215"/>
            <a:ext cx="227729" cy="190800"/>
          </a:xfrm>
          <a:prstGeom prst="rect">
            <a:avLst/>
          </a:prstGeom>
        </p:spPr>
      </p:pic>
      <p:pic>
        <p:nvPicPr>
          <p:cNvPr id="85" name="图片 84" descr="VM1.png"/>
          <p:cNvPicPr>
            <a:picLocks noChangeAspect="1"/>
          </p:cNvPicPr>
          <p:nvPr/>
        </p:nvPicPr>
        <p:blipFill>
          <a:blip r:embed="rId15" cstate="print"/>
          <a:stretch>
            <a:fillRect/>
          </a:stretch>
        </p:blipFill>
        <p:spPr>
          <a:xfrm>
            <a:off x="5046566" y="1585706"/>
            <a:ext cx="227729" cy="190800"/>
          </a:xfrm>
          <a:prstGeom prst="rect">
            <a:avLst/>
          </a:prstGeom>
        </p:spPr>
      </p:pic>
      <p:pic>
        <p:nvPicPr>
          <p:cNvPr id="86" name="图片 85" descr="VM2.png"/>
          <p:cNvPicPr>
            <a:picLocks noChangeAspect="1"/>
          </p:cNvPicPr>
          <p:nvPr/>
        </p:nvPicPr>
        <p:blipFill>
          <a:blip r:embed="rId16" cstate="print"/>
          <a:stretch>
            <a:fillRect/>
          </a:stretch>
        </p:blipFill>
        <p:spPr>
          <a:xfrm>
            <a:off x="5339460" y="1585706"/>
            <a:ext cx="227729" cy="190800"/>
          </a:xfrm>
          <a:prstGeom prst="rect">
            <a:avLst/>
          </a:prstGeom>
        </p:spPr>
      </p:pic>
      <p:pic>
        <p:nvPicPr>
          <p:cNvPr id="87" name="图片 86" descr="VM3.png"/>
          <p:cNvPicPr>
            <a:picLocks noChangeAspect="1"/>
          </p:cNvPicPr>
          <p:nvPr/>
        </p:nvPicPr>
        <p:blipFill>
          <a:blip r:embed="rId17" cstate="print"/>
          <a:stretch>
            <a:fillRect/>
          </a:stretch>
        </p:blipFill>
        <p:spPr>
          <a:xfrm>
            <a:off x="5044185" y="1828196"/>
            <a:ext cx="227729" cy="190800"/>
          </a:xfrm>
          <a:prstGeom prst="rect">
            <a:avLst/>
          </a:prstGeom>
        </p:spPr>
      </p:pic>
      <p:pic>
        <p:nvPicPr>
          <p:cNvPr id="88" name="图片 87" descr="VM4.png"/>
          <p:cNvPicPr>
            <a:picLocks noChangeAspect="1"/>
          </p:cNvPicPr>
          <p:nvPr/>
        </p:nvPicPr>
        <p:blipFill>
          <a:blip r:embed="rId18" cstate="print"/>
          <a:stretch>
            <a:fillRect/>
          </a:stretch>
        </p:blipFill>
        <p:spPr>
          <a:xfrm>
            <a:off x="5339460" y="1828196"/>
            <a:ext cx="227729" cy="190800"/>
          </a:xfrm>
          <a:prstGeom prst="rect">
            <a:avLst/>
          </a:prstGeom>
        </p:spPr>
      </p:pic>
      <p:pic>
        <p:nvPicPr>
          <p:cNvPr id="89" name="图片 88" descr="LAN Switch.png"/>
          <p:cNvPicPr>
            <a:picLocks noChangeAspect="1"/>
          </p:cNvPicPr>
          <p:nvPr/>
        </p:nvPicPr>
        <p:blipFill>
          <a:blip r:embed="rId19" cstate="print"/>
          <a:stretch>
            <a:fillRect/>
          </a:stretch>
        </p:blipFill>
        <p:spPr>
          <a:xfrm>
            <a:off x="5444671" y="465140"/>
            <a:ext cx="540000" cy="441818"/>
          </a:xfrm>
          <a:prstGeom prst="rect">
            <a:avLst/>
          </a:prstGeom>
        </p:spPr>
      </p:pic>
      <p:sp>
        <p:nvSpPr>
          <p:cNvPr id="90" name="TextBox 34"/>
          <p:cNvSpPr txBox="1"/>
          <p:nvPr/>
        </p:nvSpPr>
        <p:spPr>
          <a:xfrm>
            <a:off x="5288652" y="949325"/>
            <a:ext cx="88197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000" dirty="0" smtClean="0">
                <a:latin typeface="微软雅黑" pitchFamily="34" charset="-122"/>
                <a:ea typeface="微软雅黑" pitchFamily="34" charset="-122"/>
              </a:rPr>
              <a:t>LAN Switch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91" name="图片 90" descr="SPU单板.png"/>
          <p:cNvPicPr>
            <a:picLocks noChangeAspect="1"/>
          </p:cNvPicPr>
          <p:nvPr/>
        </p:nvPicPr>
        <p:blipFill>
          <a:blip r:embed="rId20" cstate="print"/>
          <a:stretch>
            <a:fillRect/>
          </a:stretch>
        </p:blipFill>
        <p:spPr>
          <a:xfrm>
            <a:off x="6620329" y="465140"/>
            <a:ext cx="540000" cy="441818"/>
          </a:xfrm>
          <a:prstGeom prst="rect">
            <a:avLst/>
          </a:prstGeom>
        </p:spPr>
      </p:pic>
      <p:sp>
        <p:nvSpPr>
          <p:cNvPr id="92" name="TextBox 36"/>
          <p:cNvSpPr txBox="1"/>
          <p:nvPr/>
        </p:nvSpPr>
        <p:spPr>
          <a:xfrm>
            <a:off x="6582262" y="949325"/>
            <a:ext cx="6896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000" dirty="0" smtClean="0">
                <a:latin typeface="微软雅黑" pitchFamily="34" charset="-122"/>
                <a:ea typeface="微软雅黑" pitchFamily="34" charset="-122"/>
              </a:rPr>
              <a:t>SPU</a:t>
            </a:r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单板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387457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Box 3"/>
          <p:cNvSpPr txBox="1"/>
          <p:nvPr/>
        </p:nvSpPr>
        <p:spPr>
          <a:xfrm>
            <a:off x="574771" y="78372"/>
            <a:ext cx="12554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 smtClean="0">
                <a:latin typeface="微软雅黑" pitchFamily="34" charset="-122"/>
                <a:ea typeface="微软雅黑" pitchFamily="34" charset="-122"/>
              </a:rPr>
              <a:t>交换机</a:t>
            </a:r>
            <a:r>
              <a:rPr lang="en-US" altLang="zh-CN" sz="1200" dirty="0">
                <a:latin typeface="微软雅黑" pitchFamily="34" charset="-122"/>
                <a:ea typeface="微软雅黑" pitchFamily="34" charset="-122"/>
              </a:rPr>
              <a:t>&amp;</a:t>
            </a:r>
            <a:r>
              <a:rPr lang="en-US" altLang="zh-CN" sz="1200" dirty="0" smtClean="0">
                <a:latin typeface="微软雅黑" pitchFamily="34" charset="-122"/>
                <a:ea typeface="微软雅黑" pitchFamily="34" charset="-122"/>
              </a:rPr>
              <a:t>WLAN</a:t>
            </a:r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3" name="TextBox 4"/>
          <p:cNvSpPr txBox="1"/>
          <p:nvPr/>
        </p:nvSpPr>
        <p:spPr>
          <a:xfrm>
            <a:off x="3030309" y="954859"/>
            <a:ext cx="44755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000" dirty="0" smtClean="0">
                <a:latin typeface="微软雅黑" pitchFamily="34" charset="-122"/>
                <a:ea typeface="微软雅黑" pitchFamily="34" charset="-122"/>
              </a:rPr>
              <a:t>RRU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4" name="TextBox 5"/>
          <p:cNvSpPr txBox="1"/>
          <p:nvPr/>
        </p:nvSpPr>
        <p:spPr>
          <a:xfrm>
            <a:off x="4035856" y="949325"/>
            <a:ext cx="88838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000" dirty="0" smtClean="0">
                <a:latin typeface="微软雅黑" pitchFamily="34" charset="-122"/>
                <a:ea typeface="微软雅黑" pitchFamily="34" charset="-122"/>
              </a:rPr>
              <a:t>Beacon</a:t>
            </a:r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设备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35" name="图片 34" descr="Beacon设备黄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213587" y="465364"/>
            <a:ext cx="540000" cy="441818"/>
          </a:xfrm>
          <a:prstGeom prst="rect">
            <a:avLst/>
          </a:prstGeom>
        </p:spPr>
      </p:pic>
      <p:pic>
        <p:nvPicPr>
          <p:cNvPr id="36" name="图片 35" descr="RRU黄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985233" y="464919"/>
            <a:ext cx="540000" cy="441818"/>
          </a:xfrm>
          <a:prstGeom prst="rect">
            <a:avLst/>
          </a:prstGeom>
        </p:spPr>
      </p:pic>
      <p:sp>
        <p:nvSpPr>
          <p:cNvPr id="37" name="TextBox 18"/>
          <p:cNvSpPr txBox="1"/>
          <p:nvPr/>
        </p:nvSpPr>
        <p:spPr>
          <a:xfrm>
            <a:off x="375282" y="1889851"/>
            <a:ext cx="109036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000" dirty="0" err="1" smtClean="0">
                <a:latin typeface="微软雅黑" pitchFamily="34" charset="-122"/>
                <a:ea typeface="微软雅黑" pitchFamily="34" charset="-122"/>
              </a:rPr>
              <a:t>VSwitch+VM</a:t>
            </a:r>
            <a:r>
              <a:rPr lang="en-US" altLang="zh-CN" sz="1000" dirty="0" smtClean="0">
                <a:latin typeface="微软雅黑" pitchFamily="34" charset="-122"/>
                <a:ea typeface="微软雅黑" pitchFamily="34" charset="-122"/>
              </a:rPr>
              <a:t> 1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8" name="TextBox 19"/>
          <p:cNvSpPr txBox="1"/>
          <p:nvPr/>
        </p:nvSpPr>
        <p:spPr>
          <a:xfrm>
            <a:off x="1603190" y="2079263"/>
            <a:ext cx="109036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000" dirty="0" err="1" smtClean="0">
                <a:latin typeface="微软雅黑" pitchFamily="34" charset="-122"/>
                <a:ea typeface="微软雅黑" pitchFamily="34" charset="-122"/>
              </a:rPr>
              <a:t>VSwitch+VM</a:t>
            </a:r>
            <a:r>
              <a:rPr lang="en-US" altLang="zh-CN" sz="1000" dirty="0" smtClean="0">
                <a:latin typeface="微软雅黑" pitchFamily="34" charset="-122"/>
                <a:ea typeface="微软雅黑" pitchFamily="34" charset="-122"/>
              </a:rPr>
              <a:t> 2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9" name="TextBox 20"/>
          <p:cNvSpPr txBox="1"/>
          <p:nvPr/>
        </p:nvSpPr>
        <p:spPr>
          <a:xfrm>
            <a:off x="2965272" y="1850663"/>
            <a:ext cx="76976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000" dirty="0" err="1" smtClean="0">
                <a:latin typeface="微软雅黑" pitchFamily="34" charset="-122"/>
                <a:ea typeface="微软雅黑" pitchFamily="34" charset="-122"/>
              </a:rPr>
              <a:t>Vswitch</a:t>
            </a:r>
            <a:r>
              <a:rPr lang="en-US" altLang="zh-CN" sz="1000" dirty="0" smtClean="0">
                <a:latin typeface="微软雅黑" pitchFamily="34" charset="-122"/>
                <a:ea typeface="微软雅黑" pitchFamily="34" charset="-122"/>
              </a:rPr>
              <a:t> 1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0" name="TextBox 21"/>
          <p:cNvSpPr txBox="1"/>
          <p:nvPr/>
        </p:nvSpPr>
        <p:spPr>
          <a:xfrm>
            <a:off x="4082147" y="2059668"/>
            <a:ext cx="76976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000" dirty="0" err="1" smtClean="0">
                <a:latin typeface="微软雅黑" pitchFamily="34" charset="-122"/>
                <a:ea typeface="微软雅黑" pitchFamily="34" charset="-122"/>
              </a:rPr>
              <a:t>Vswitch</a:t>
            </a:r>
            <a:r>
              <a:rPr lang="en-US" altLang="zh-CN" sz="1000" dirty="0" smtClean="0">
                <a:latin typeface="微软雅黑" pitchFamily="34" charset="-122"/>
                <a:ea typeface="微软雅黑" pitchFamily="34" charset="-122"/>
              </a:rPr>
              <a:t> 2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41" name="图片 40" descr="VS4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5898534" y="1963673"/>
            <a:ext cx="489873" cy="168165"/>
          </a:xfrm>
          <a:prstGeom prst="rect">
            <a:avLst/>
          </a:prstGeom>
        </p:spPr>
      </p:pic>
      <p:pic>
        <p:nvPicPr>
          <p:cNvPr id="42" name="图片 41" descr="VS3.pn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5904842" y="1741382"/>
            <a:ext cx="489873" cy="168165"/>
          </a:xfrm>
          <a:prstGeom prst="rect">
            <a:avLst/>
          </a:prstGeom>
        </p:spPr>
      </p:pic>
      <p:pic>
        <p:nvPicPr>
          <p:cNvPr id="43" name="图片 42" descr="VS2.pn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5898088" y="1512559"/>
            <a:ext cx="489873" cy="168165"/>
          </a:xfrm>
          <a:prstGeom prst="rect">
            <a:avLst/>
          </a:prstGeom>
        </p:spPr>
      </p:pic>
      <p:pic>
        <p:nvPicPr>
          <p:cNvPr id="44" name="图片 43" descr="VS1.pn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5897865" y="1309862"/>
            <a:ext cx="489873" cy="168165"/>
          </a:xfrm>
          <a:prstGeom prst="rect">
            <a:avLst/>
          </a:prstGeom>
        </p:spPr>
      </p:pic>
      <p:pic>
        <p:nvPicPr>
          <p:cNvPr id="45" name="图片 44" descr="防火墙.pn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1758691" y="464919"/>
            <a:ext cx="540000" cy="441818"/>
          </a:xfrm>
          <a:prstGeom prst="rect">
            <a:avLst/>
          </a:prstGeom>
        </p:spPr>
      </p:pic>
      <p:sp>
        <p:nvSpPr>
          <p:cNvPr id="46" name="TextBox 31"/>
          <p:cNvSpPr txBox="1"/>
          <p:nvPr/>
        </p:nvSpPr>
        <p:spPr>
          <a:xfrm>
            <a:off x="1743997" y="954859"/>
            <a:ext cx="56938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防火墙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47" name="图片 46" descr="转发器黄.png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563336" y="464919"/>
            <a:ext cx="540000" cy="441818"/>
          </a:xfrm>
          <a:prstGeom prst="rect">
            <a:avLst/>
          </a:prstGeom>
        </p:spPr>
      </p:pic>
      <p:sp>
        <p:nvSpPr>
          <p:cNvPr id="48" name="TextBox 33"/>
          <p:cNvSpPr txBox="1"/>
          <p:nvPr/>
        </p:nvSpPr>
        <p:spPr>
          <a:xfrm>
            <a:off x="565957" y="954859"/>
            <a:ext cx="56938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转发器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49" name="图片 48" descr="VSwitch+VM 1黄.png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620237" y="1398021"/>
            <a:ext cx="669600" cy="463569"/>
          </a:xfrm>
          <a:prstGeom prst="rect">
            <a:avLst/>
          </a:prstGeom>
        </p:spPr>
      </p:pic>
      <p:pic>
        <p:nvPicPr>
          <p:cNvPr id="50" name="图片 49" descr="VSwitch+VM 2黄.png"/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1828996" y="1352529"/>
            <a:ext cx="669600" cy="675781"/>
          </a:xfrm>
          <a:prstGeom prst="rect">
            <a:avLst/>
          </a:prstGeom>
        </p:spPr>
      </p:pic>
      <p:pic>
        <p:nvPicPr>
          <p:cNvPr id="51" name="图片 50" descr="VSwitch 1黄.png"/>
          <p:cNvPicPr>
            <a:picLocks noChangeAspect="1"/>
          </p:cNvPicPr>
          <p:nvPr/>
        </p:nvPicPr>
        <p:blipFill>
          <a:blip r:embed="rId12" cstate="print"/>
          <a:stretch>
            <a:fillRect/>
          </a:stretch>
        </p:blipFill>
        <p:spPr>
          <a:xfrm>
            <a:off x="3011631" y="1353193"/>
            <a:ext cx="669600" cy="463569"/>
          </a:xfrm>
          <a:prstGeom prst="rect">
            <a:avLst/>
          </a:prstGeom>
        </p:spPr>
      </p:pic>
      <p:pic>
        <p:nvPicPr>
          <p:cNvPr id="52" name="图片 51" descr="VSwitch 2黄.pn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4115888" y="1333826"/>
            <a:ext cx="669600" cy="675781"/>
          </a:xfrm>
          <a:prstGeom prst="rect">
            <a:avLst/>
          </a:prstGeom>
        </p:spPr>
      </p:pic>
      <p:pic>
        <p:nvPicPr>
          <p:cNvPr id="53" name="图片 52" descr="VM1.png"/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5046566" y="1585706"/>
            <a:ext cx="227729" cy="190800"/>
          </a:xfrm>
          <a:prstGeom prst="rect">
            <a:avLst/>
          </a:prstGeom>
        </p:spPr>
      </p:pic>
      <p:pic>
        <p:nvPicPr>
          <p:cNvPr id="54" name="图片 53" descr="VM2.png"/>
          <p:cNvPicPr>
            <a:picLocks noChangeAspect="1"/>
          </p:cNvPicPr>
          <p:nvPr/>
        </p:nvPicPr>
        <p:blipFill>
          <a:blip r:embed="rId15" cstate="print"/>
          <a:stretch>
            <a:fillRect/>
          </a:stretch>
        </p:blipFill>
        <p:spPr>
          <a:xfrm>
            <a:off x="5339460" y="1585706"/>
            <a:ext cx="227729" cy="190800"/>
          </a:xfrm>
          <a:prstGeom prst="rect">
            <a:avLst/>
          </a:prstGeom>
        </p:spPr>
      </p:pic>
      <p:pic>
        <p:nvPicPr>
          <p:cNvPr id="55" name="图片 54" descr="VM3.png"/>
          <p:cNvPicPr>
            <a:picLocks noChangeAspect="1"/>
          </p:cNvPicPr>
          <p:nvPr/>
        </p:nvPicPr>
        <p:blipFill>
          <a:blip r:embed="rId16" cstate="print"/>
          <a:stretch>
            <a:fillRect/>
          </a:stretch>
        </p:blipFill>
        <p:spPr>
          <a:xfrm>
            <a:off x="5044185" y="1828196"/>
            <a:ext cx="227729" cy="190800"/>
          </a:xfrm>
          <a:prstGeom prst="rect">
            <a:avLst/>
          </a:prstGeom>
        </p:spPr>
      </p:pic>
      <p:pic>
        <p:nvPicPr>
          <p:cNvPr id="56" name="图片 55" descr="VM4.png"/>
          <p:cNvPicPr>
            <a:picLocks noChangeAspect="1"/>
          </p:cNvPicPr>
          <p:nvPr/>
        </p:nvPicPr>
        <p:blipFill>
          <a:blip r:embed="rId17" cstate="print"/>
          <a:stretch>
            <a:fillRect/>
          </a:stretch>
        </p:blipFill>
        <p:spPr>
          <a:xfrm>
            <a:off x="5339460" y="1828196"/>
            <a:ext cx="227729" cy="190800"/>
          </a:xfrm>
          <a:prstGeom prst="rect">
            <a:avLst/>
          </a:prstGeom>
        </p:spPr>
      </p:pic>
      <p:pic>
        <p:nvPicPr>
          <p:cNvPr id="57" name="图片 56" descr="VM-黄.png"/>
          <p:cNvPicPr>
            <a:picLocks noChangeAspect="1"/>
          </p:cNvPicPr>
          <p:nvPr/>
        </p:nvPicPr>
        <p:blipFill>
          <a:blip r:embed="rId18" cstate="print"/>
          <a:stretch>
            <a:fillRect/>
          </a:stretch>
        </p:blipFill>
        <p:spPr>
          <a:xfrm>
            <a:off x="5046289" y="1343215"/>
            <a:ext cx="227729" cy="190800"/>
          </a:xfrm>
          <a:prstGeom prst="rect">
            <a:avLst/>
          </a:prstGeom>
        </p:spPr>
      </p:pic>
      <p:pic>
        <p:nvPicPr>
          <p:cNvPr id="58" name="图片 57" descr="LAN Switch.png"/>
          <p:cNvPicPr>
            <a:picLocks noChangeAspect="1"/>
          </p:cNvPicPr>
          <p:nvPr/>
        </p:nvPicPr>
        <p:blipFill>
          <a:blip r:embed="rId19" cstate="print"/>
          <a:stretch>
            <a:fillRect/>
          </a:stretch>
        </p:blipFill>
        <p:spPr>
          <a:xfrm>
            <a:off x="5343071" y="465364"/>
            <a:ext cx="540000" cy="441818"/>
          </a:xfrm>
          <a:prstGeom prst="rect">
            <a:avLst/>
          </a:prstGeom>
        </p:spPr>
      </p:pic>
      <p:sp>
        <p:nvSpPr>
          <p:cNvPr id="60" name="TextBox 39"/>
          <p:cNvSpPr txBox="1"/>
          <p:nvPr/>
        </p:nvSpPr>
        <p:spPr>
          <a:xfrm>
            <a:off x="5185692" y="949325"/>
            <a:ext cx="88197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000" dirty="0" smtClean="0">
                <a:latin typeface="微软雅黑" pitchFamily="34" charset="-122"/>
                <a:ea typeface="微软雅黑" pitchFamily="34" charset="-122"/>
              </a:rPr>
              <a:t>LAN Switch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61" name="图片 60" descr="SPU单板.png"/>
          <p:cNvPicPr>
            <a:picLocks noChangeAspect="1"/>
          </p:cNvPicPr>
          <p:nvPr/>
        </p:nvPicPr>
        <p:blipFill>
          <a:blip r:embed="rId20" cstate="print"/>
          <a:stretch>
            <a:fillRect/>
          </a:stretch>
        </p:blipFill>
        <p:spPr>
          <a:xfrm>
            <a:off x="6467927" y="465364"/>
            <a:ext cx="540000" cy="441818"/>
          </a:xfrm>
          <a:prstGeom prst="rect">
            <a:avLst/>
          </a:prstGeom>
        </p:spPr>
      </p:pic>
      <p:sp>
        <p:nvSpPr>
          <p:cNvPr id="62" name="TextBox 46"/>
          <p:cNvSpPr txBox="1"/>
          <p:nvPr/>
        </p:nvSpPr>
        <p:spPr>
          <a:xfrm>
            <a:off x="6399473" y="949325"/>
            <a:ext cx="6896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000" dirty="0" smtClean="0">
                <a:latin typeface="微软雅黑" pitchFamily="34" charset="-122"/>
                <a:ea typeface="微软雅黑" pitchFamily="34" charset="-122"/>
              </a:rPr>
              <a:t>SPU</a:t>
            </a:r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单板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23572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extBox 2"/>
          <p:cNvSpPr txBox="1"/>
          <p:nvPr/>
        </p:nvSpPr>
        <p:spPr>
          <a:xfrm>
            <a:off x="574771" y="78372"/>
            <a:ext cx="6463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 smtClean="0">
                <a:latin typeface="微软雅黑" pitchFamily="34" charset="-122"/>
                <a:ea typeface="微软雅黑" pitchFamily="34" charset="-122"/>
              </a:rPr>
              <a:t>服务器</a:t>
            </a:r>
            <a:endParaRPr lang="en-US" altLang="zh-CN" sz="1200" dirty="0" smtClean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63" name="图片 62" descr="通用服务器-蓝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89858" y="515438"/>
            <a:ext cx="540000" cy="441818"/>
          </a:xfrm>
          <a:prstGeom prst="rect">
            <a:avLst/>
          </a:prstGeom>
        </p:spPr>
      </p:pic>
      <p:pic>
        <p:nvPicPr>
          <p:cNvPr id="64" name="图片 63" descr="邮件服务器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962592" y="515438"/>
            <a:ext cx="540000" cy="441818"/>
          </a:xfrm>
          <a:prstGeom prst="rect">
            <a:avLst/>
          </a:prstGeom>
        </p:spPr>
      </p:pic>
      <p:pic>
        <p:nvPicPr>
          <p:cNvPr id="65" name="图片 64" descr="打印服务器-蓝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3168981" y="515438"/>
            <a:ext cx="540000" cy="441818"/>
          </a:xfrm>
          <a:prstGeom prst="rect">
            <a:avLst/>
          </a:prstGeom>
        </p:spPr>
      </p:pic>
      <p:pic>
        <p:nvPicPr>
          <p:cNvPr id="66" name="图片 65" descr="FTP服务器-蓝.pn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369340" y="515438"/>
            <a:ext cx="540000" cy="441818"/>
          </a:xfrm>
          <a:prstGeom prst="rect">
            <a:avLst/>
          </a:prstGeom>
        </p:spPr>
      </p:pic>
      <p:sp>
        <p:nvSpPr>
          <p:cNvPr id="67" name="TextBox 121"/>
          <p:cNvSpPr txBox="1"/>
          <p:nvPr/>
        </p:nvSpPr>
        <p:spPr>
          <a:xfrm>
            <a:off x="546924" y="988514"/>
            <a:ext cx="82586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通用服务器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8" name="TextBox 122"/>
          <p:cNvSpPr txBox="1"/>
          <p:nvPr/>
        </p:nvSpPr>
        <p:spPr>
          <a:xfrm>
            <a:off x="1819658" y="988514"/>
            <a:ext cx="82586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邮件服务器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9" name="TextBox 123"/>
          <p:cNvSpPr txBox="1"/>
          <p:nvPr/>
        </p:nvSpPr>
        <p:spPr>
          <a:xfrm>
            <a:off x="3026047" y="988514"/>
            <a:ext cx="82586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打印服务器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0" name="TextBox 124"/>
          <p:cNvSpPr txBox="1"/>
          <p:nvPr/>
        </p:nvSpPr>
        <p:spPr>
          <a:xfrm>
            <a:off x="4244039" y="988514"/>
            <a:ext cx="79060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000" dirty="0" smtClean="0">
                <a:latin typeface="微软雅黑" pitchFamily="34" charset="-122"/>
                <a:ea typeface="微软雅黑" pitchFamily="34" charset="-122"/>
              </a:rPr>
              <a:t>FTP</a:t>
            </a:r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服务器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71" name="图片 70" descr="日志告警服务器-蓝.pn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5607814" y="515438"/>
            <a:ext cx="540000" cy="441818"/>
          </a:xfrm>
          <a:prstGeom prst="rect">
            <a:avLst/>
          </a:prstGeom>
        </p:spPr>
      </p:pic>
      <p:pic>
        <p:nvPicPr>
          <p:cNvPr id="72" name="图片 71" descr="存储服务器-蓝.pn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6748870" y="515438"/>
            <a:ext cx="540000" cy="441818"/>
          </a:xfrm>
          <a:prstGeom prst="rect">
            <a:avLst/>
          </a:prstGeom>
        </p:spPr>
      </p:pic>
      <p:pic>
        <p:nvPicPr>
          <p:cNvPr id="73" name="图片 72" descr="SOC服务器.pn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690647" y="1445342"/>
            <a:ext cx="540000" cy="441818"/>
          </a:xfrm>
          <a:prstGeom prst="rect">
            <a:avLst/>
          </a:prstGeom>
        </p:spPr>
      </p:pic>
      <p:pic>
        <p:nvPicPr>
          <p:cNvPr id="74" name="图片 73" descr="组播服务器.png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7912703" y="515438"/>
            <a:ext cx="540000" cy="441818"/>
          </a:xfrm>
          <a:prstGeom prst="rect">
            <a:avLst/>
          </a:prstGeom>
        </p:spPr>
      </p:pic>
      <p:pic>
        <p:nvPicPr>
          <p:cNvPr id="75" name="图片 74" descr="Web服务器-蓝.png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4367233" y="1445342"/>
            <a:ext cx="540000" cy="441818"/>
          </a:xfrm>
          <a:prstGeom prst="rect">
            <a:avLst/>
          </a:prstGeom>
        </p:spPr>
      </p:pic>
      <p:pic>
        <p:nvPicPr>
          <p:cNvPr id="76" name="图片 75" descr="RADIUS服务器-蓝.png"/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5607691" y="1445342"/>
            <a:ext cx="540000" cy="441818"/>
          </a:xfrm>
          <a:prstGeom prst="rect">
            <a:avLst/>
          </a:prstGeom>
        </p:spPr>
      </p:pic>
      <p:pic>
        <p:nvPicPr>
          <p:cNvPr id="77" name="图片 76" descr="数据库.png"/>
          <p:cNvPicPr>
            <a:picLocks noChangeAspect="1"/>
          </p:cNvPicPr>
          <p:nvPr/>
        </p:nvPicPr>
        <p:blipFill>
          <a:blip r:embed="rId12" cstate="print"/>
          <a:stretch>
            <a:fillRect/>
          </a:stretch>
        </p:blipFill>
        <p:spPr>
          <a:xfrm>
            <a:off x="6753073" y="1445342"/>
            <a:ext cx="540000" cy="441818"/>
          </a:xfrm>
          <a:prstGeom prst="rect">
            <a:avLst/>
          </a:prstGeom>
        </p:spPr>
      </p:pic>
      <p:sp>
        <p:nvSpPr>
          <p:cNvPr id="78" name="TextBox 132"/>
          <p:cNvSpPr txBox="1"/>
          <p:nvPr/>
        </p:nvSpPr>
        <p:spPr>
          <a:xfrm>
            <a:off x="5336640" y="988514"/>
            <a:ext cx="10823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日志告警服务器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9" name="TextBox 133"/>
          <p:cNvSpPr txBox="1"/>
          <p:nvPr/>
        </p:nvSpPr>
        <p:spPr>
          <a:xfrm>
            <a:off x="6605936" y="988514"/>
            <a:ext cx="82586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存储服务器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0" name="TextBox 134"/>
          <p:cNvSpPr txBox="1"/>
          <p:nvPr/>
        </p:nvSpPr>
        <p:spPr>
          <a:xfrm>
            <a:off x="7769770" y="988514"/>
            <a:ext cx="82586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组播服务器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1" name="TextBox 135"/>
          <p:cNvSpPr txBox="1"/>
          <p:nvPr/>
        </p:nvSpPr>
        <p:spPr>
          <a:xfrm>
            <a:off x="543706" y="1922507"/>
            <a:ext cx="83388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 smtClean="0">
                <a:latin typeface="微软雅黑" pitchFamily="34" charset="-122"/>
                <a:ea typeface="微软雅黑" pitchFamily="34" charset="-122"/>
              </a:rPr>
              <a:t>SOC</a:t>
            </a:r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服务器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2" name="TextBox 136"/>
          <p:cNvSpPr txBox="1"/>
          <p:nvPr/>
        </p:nvSpPr>
        <p:spPr>
          <a:xfrm>
            <a:off x="4210674" y="1922507"/>
            <a:ext cx="85311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000" dirty="0" smtClean="0">
                <a:latin typeface="微软雅黑" pitchFamily="34" charset="-122"/>
                <a:ea typeface="微软雅黑" pitchFamily="34" charset="-122"/>
              </a:rPr>
              <a:t>Web</a:t>
            </a:r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服务器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3" name="TextBox 137"/>
          <p:cNvSpPr txBox="1"/>
          <p:nvPr/>
        </p:nvSpPr>
        <p:spPr>
          <a:xfrm>
            <a:off x="5353349" y="1922507"/>
            <a:ext cx="104868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000" dirty="0" smtClean="0">
                <a:latin typeface="微软雅黑" pitchFamily="34" charset="-122"/>
                <a:ea typeface="微软雅黑" pitchFamily="34" charset="-122"/>
              </a:rPr>
              <a:t>RADIUS</a:t>
            </a:r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服务器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4" name="TextBox 138"/>
          <p:cNvSpPr txBox="1"/>
          <p:nvPr/>
        </p:nvSpPr>
        <p:spPr>
          <a:xfrm>
            <a:off x="6738380" y="1922507"/>
            <a:ext cx="5693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数据库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85" name="图片 84" descr="存储阵列-蓝.pn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7918170" y="1413469"/>
            <a:ext cx="540000" cy="441818"/>
          </a:xfrm>
          <a:prstGeom prst="rect">
            <a:avLst/>
          </a:prstGeom>
        </p:spPr>
      </p:pic>
      <p:pic>
        <p:nvPicPr>
          <p:cNvPr id="86" name="图片 85" descr="装在机柜中的存储阵列-蓝.png"/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684219" y="2366116"/>
            <a:ext cx="540000" cy="441818"/>
          </a:xfrm>
          <a:prstGeom prst="rect">
            <a:avLst/>
          </a:prstGeom>
        </p:spPr>
      </p:pic>
      <p:sp>
        <p:nvSpPr>
          <p:cNvPr id="87" name="TextBox 141"/>
          <p:cNvSpPr txBox="1"/>
          <p:nvPr/>
        </p:nvSpPr>
        <p:spPr>
          <a:xfrm>
            <a:off x="7839357" y="1897289"/>
            <a:ext cx="6976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存储阵列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88" name="图片 87" descr="计费服务器蓝.png"/>
          <p:cNvPicPr>
            <a:picLocks noChangeAspect="1"/>
          </p:cNvPicPr>
          <p:nvPr/>
        </p:nvPicPr>
        <p:blipFill>
          <a:blip r:embed="rId15" cstate="print"/>
          <a:stretch>
            <a:fillRect/>
          </a:stretch>
        </p:blipFill>
        <p:spPr>
          <a:xfrm>
            <a:off x="1962592" y="1445342"/>
            <a:ext cx="541201" cy="442800"/>
          </a:xfrm>
          <a:prstGeom prst="rect">
            <a:avLst/>
          </a:prstGeom>
        </p:spPr>
      </p:pic>
      <p:sp>
        <p:nvSpPr>
          <p:cNvPr id="89" name="TextBox 30"/>
          <p:cNvSpPr txBox="1"/>
          <p:nvPr/>
        </p:nvSpPr>
        <p:spPr>
          <a:xfrm>
            <a:off x="1826406" y="1922507"/>
            <a:ext cx="82586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计费服务器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90" name="图片 89" descr="交换机.png"/>
          <p:cNvPicPr>
            <a:picLocks noChangeAspect="1"/>
          </p:cNvPicPr>
          <p:nvPr/>
        </p:nvPicPr>
        <p:blipFill>
          <a:blip r:embed="rId16" cstate="print"/>
          <a:stretch>
            <a:fillRect/>
          </a:stretch>
        </p:blipFill>
        <p:spPr>
          <a:xfrm>
            <a:off x="3168981" y="1445342"/>
            <a:ext cx="539999" cy="441816"/>
          </a:xfrm>
          <a:prstGeom prst="rect">
            <a:avLst/>
          </a:prstGeom>
        </p:spPr>
      </p:pic>
      <p:sp>
        <p:nvSpPr>
          <p:cNvPr id="91" name="TextBox 32"/>
          <p:cNvSpPr txBox="1"/>
          <p:nvPr/>
        </p:nvSpPr>
        <p:spPr>
          <a:xfrm>
            <a:off x="2973148" y="1922507"/>
            <a:ext cx="93166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000" dirty="0" smtClean="0">
                <a:latin typeface="微软雅黑" pitchFamily="34" charset="-122"/>
                <a:ea typeface="微软雅黑" pitchFamily="34" charset="-122"/>
              </a:rPr>
              <a:t>DHCP</a:t>
            </a:r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服务器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2" name="TextBox 34"/>
          <p:cNvSpPr txBox="1"/>
          <p:nvPr/>
        </p:nvSpPr>
        <p:spPr>
          <a:xfrm>
            <a:off x="482067" y="2855248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装在机柜中的</a:t>
            </a:r>
            <a:endParaRPr lang="en-US" altLang="zh-CN" sz="1000" dirty="0" smtClean="0">
              <a:latin typeface="微软雅黑" pitchFamily="34" charset="-122"/>
              <a:ea typeface="微软雅黑" pitchFamily="34" charset="-122"/>
            </a:endParaRPr>
          </a:p>
          <a:p>
            <a:pPr algn="ctr"/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存储阵列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93" name="图片 92" descr="软件服务器.png"/>
          <p:cNvPicPr>
            <a:picLocks noChangeAspect="1"/>
          </p:cNvPicPr>
          <p:nvPr/>
        </p:nvPicPr>
        <p:blipFill>
          <a:blip r:embed="rId17" cstate="print"/>
          <a:stretch>
            <a:fillRect/>
          </a:stretch>
        </p:blipFill>
        <p:spPr>
          <a:xfrm>
            <a:off x="3168981" y="2366116"/>
            <a:ext cx="540000" cy="441818"/>
          </a:xfrm>
          <a:prstGeom prst="rect">
            <a:avLst/>
          </a:prstGeom>
        </p:spPr>
      </p:pic>
      <p:pic>
        <p:nvPicPr>
          <p:cNvPr id="94" name="图片 93" descr="安全策略服务器.png"/>
          <p:cNvPicPr>
            <a:picLocks noChangeAspect="1"/>
          </p:cNvPicPr>
          <p:nvPr/>
        </p:nvPicPr>
        <p:blipFill>
          <a:blip r:embed="rId18" cstate="print"/>
          <a:stretch>
            <a:fillRect/>
          </a:stretch>
        </p:blipFill>
        <p:spPr>
          <a:xfrm>
            <a:off x="1962592" y="2366116"/>
            <a:ext cx="540000" cy="441818"/>
          </a:xfrm>
          <a:prstGeom prst="rect">
            <a:avLst/>
          </a:prstGeom>
        </p:spPr>
      </p:pic>
      <p:sp>
        <p:nvSpPr>
          <p:cNvPr id="95" name="TextBox 36"/>
          <p:cNvSpPr txBox="1"/>
          <p:nvPr/>
        </p:nvSpPr>
        <p:spPr>
          <a:xfrm>
            <a:off x="1724232" y="2855248"/>
            <a:ext cx="10823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安全策略服务器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6" name="TextBox 37"/>
          <p:cNvSpPr txBox="1"/>
          <p:nvPr/>
        </p:nvSpPr>
        <p:spPr>
          <a:xfrm>
            <a:off x="3071672" y="2855248"/>
            <a:ext cx="82586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软件服务器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78330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图片 58" descr="存储阵列-黄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924500" y="1414687"/>
            <a:ext cx="540000" cy="441818"/>
          </a:xfrm>
          <a:prstGeom prst="rect">
            <a:avLst/>
          </a:prstGeom>
        </p:spPr>
      </p:pic>
      <p:pic>
        <p:nvPicPr>
          <p:cNvPr id="63" name="图片 62" descr="装在机柜中的存储阵列-黄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84219" y="2366116"/>
            <a:ext cx="540000" cy="441818"/>
          </a:xfrm>
          <a:prstGeom prst="rect">
            <a:avLst/>
          </a:prstGeom>
        </p:spPr>
      </p:pic>
      <p:pic>
        <p:nvPicPr>
          <p:cNvPr id="64" name="图片 63" descr="数据库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753984" y="1440517"/>
            <a:ext cx="540000" cy="441818"/>
          </a:xfrm>
          <a:prstGeom prst="rect">
            <a:avLst/>
          </a:prstGeom>
        </p:spPr>
      </p:pic>
      <p:pic>
        <p:nvPicPr>
          <p:cNvPr id="65" name="图片 64" descr="SOC服务器.pn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686404" y="1447192"/>
            <a:ext cx="540000" cy="441818"/>
          </a:xfrm>
          <a:prstGeom prst="rect">
            <a:avLst/>
          </a:prstGeom>
        </p:spPr>
      </p:pic>
      <p:pic>
        <p:nvPicPr>
          <p:cNvPr id="66" name="图片 65" descr="组播服务器.pn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7918995" y="512768"/>
            <a:ext cx="540000" cy="441818"/>
          </a:xfrm>
          <a:prstGeom prst="rect">
            <a:avLst/>
          </a:prstGeom>
        </p:spPr>
      </p:pic>
      <p:pic>
        <p:nvPicPr>
          <p:cNvPr id="67" name="图片 66" descr="日志告警服务器-黄.pn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5612064" y="509898"/>
            <a:ext cx="540000" cy="441818"/>
          </a:xfrm>
          <a:prstGeom prst="rect">
            <a:avLst/>
          </a:prstGeom>
        </p:spPr>
      </p:pic>
      <p:pic>
        <p:nvPicPr>
          <p:cNvPr id="68" name="图片 67" descr="存储服务器-黄.pn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6749100" y="508951"/>
            <a:ext cx="540000" cy="441818"/>
          </a:xfrm>
          <a:prstGeom prst="rect">
            <a:avLst/>
          </a:prstGeom>
        </p:spPr>
      </p:pic>
      <p:pic>
        <p:nvPicPr>
          <p:cNvPr id="69" name="图片 68" descr="RADIUS服务器-黄.png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5607380" y="1444962"/>
            <a:ext cx="540000" cy="441818"/>
          </a:xfrm>
          <a:prstGeom prst="rect">
            <a:avLst/>
          </a:prstGeom>
        </p:spPr>
      </p:pic>
      <p:pic>
        <p:nvPicPr>
          <p:cNvPr id="70" name="图片 69" descr="Web服务器-黄.png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4390338" y="1444322"/>
            <a:ext cx="540000" cy="441818"/>
          </a:xfrm>
          <a:prstGeom prst="rect">
            <a:avLst/>
          </a:prstGeom>
        </p:spPr>
      </p:pic>
      <p:sp>
        <p:nvSpPr>
          <p:cNvPr id="71" name="TextBox 2"/>
          <p:cNvSpPr txBox="1"/>
          <p:nvPr/>
        </p:nvSpPr>
        <p:spPr>
          <a:xfrm>
            <a:off x="574771" y="78372"/>
            <a:ext cx="6463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 smtClean="0">
                <a:latin typeface="微软雅黑" pitchFamily="34" charset="-122"/>
                <a:ea typeface="微软雅黑" pitchFamily="34" charset="-122"/>
              </a:rPr>
              <a:t>服务器</a:t>
            </a:r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72" name="图片 71" descr="邮件服务器.png"/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1962593" y="528773"/>
            <a:ext cx="540000" cy="441818"/>
          </a:xfrm>
          <a:prstGeom prst="rect">
            <a:avLst/>
          </a:prstGeom>
        </p:spPr>
      </p:pic>
      <p:pic>
        <p:nvPicPr>
          <p:cNvPr id="73" name="图片 72" descr="打印服务器-黄.png"/>
          <p:cNvPicPr>
            <a:picLocks noChangeAspect="1"/>
          </p:cNvPicPr>
          <p:nvPr/>
        </p:nvPicPr>
        <p:blipFill>
          <a:blip r:embed="rId12" cstate="print"/>
          <a:stretch>
            <a:fillRect/>
          </a:stretch>
        </p:blipFill>
        <p:spPr>
          <a:xfrm>
            <a:off x="3167951" y="531643"/>
            <a:ext cx="540000" cy="441818"/>
          </a:xfrm>
          <a:prstGeom prst="rect">
            <a:avLst/>
          </a:prstGeom>
        </p:spPr>
      </p:pic>
      <p:pic>
        <p:nvPicPr>
          <p:cNvPr id="74" name="图片 73" descr="通用服务器-黄.pn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685152" y="519883"/>
            <a:ext cx="540000" cy="441818"/>
          </a:xfrm>
          <a:prstGeom prst="rect">
            <a:avLst/>
          </a:prstGeom>
        </p:spPr>
      </p:pic>
      <p:pic>
        <p:nvPicPr>
          <p:cNvPr id="75" name="图片 74" descr="FTP服务器-黄.png"/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4382224" y="534513"/>
            <a:ext cx="540000" cy="441818"/>
          </a:xfrm>
          <a:prstGeom prst="rect">
            <a:avLst/>
          </a:prstGeom>
        </p:spPr>
      </p:pic>
      <p:sp>
        <p:nvSpPr>
          <p:cNvPr id="76" name="TextBox 7"/>
          <p:cNvSpPr txBox="1"/>
          <p:nvPr/>
        </p:nvSpPr>
        <p:spPr>
          <a:xfrm>
            <a:off x="546925" y="1005024"/>
            <a:ext cx="82586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通用服务器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7" name="TextBox 8"/>
          <p:cNvSpPr txBox="1"/>
          <p:nvPr/>
        </p:nvSpPr>
        <p:spPr>
          <a:xfrm>
            <a:off x="1819659" y="1005024"/>
            <a:ext cx="82586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邮件服务器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8" name="TextBox 9"/>
          <p:cNvSpPr txBox="1"/>
          <p:nvPr/>
        </p:nvSpPr>
        <p:spPr>
          <a:xfrm>
            <a:off x="3026048" y="1005024"/>
            <a:ext cx="82586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打印服务器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9" name="TextBox 10"/>
          <p:cNvSpPr txBox="1"/>
          <p:nvPr/>
        </p:nvSpPr>
        <p:spPr>
          <a:xfrm>
            <a:off x="4244040" y="1005024"/>
            <a:ext cx="79060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000" dirty="0" smtClean="0">
                <a:latin typeface="微软雅黑" pitchFamily="34" charset="-122"/>
                <a:ea typeface="微软雅黑" pitchFamily="34" charset="-122"/>
              </a:rPr>
              <a:t>FTP</a:t>
            </a:r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服务器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0" name="TextBox 52"/>
          <p:cNvSpPr txBox="1"/>
          <p:nvPr/>
        </p:nvSpPr>
        <p:spPr>
          <a:xfrm>
            <a:off x="5336640" y="988514"/>
            <a:ext cx="10823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日志告警服务器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1" name="TextBox 53"/>
          <p:cNvSpPr txBox="1"/>
          <p:nvPr/>
        </p:nvSpPr>
        <p:spPr>
          <a:xfrm>
            <a:off x="6605936" y="988514"/>
            <a:ext cx="82586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存储服务器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2" name="TextBox 54"/>
          <p:cNvSpPr txBox="1"/>
          <p:nvPr/>
        </p:nvSpPr>
        <p:spPr>
          <a:xfrm>
            <a:off x="7769770" y="988514"/>
            <a:ext cx="82586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组播服务器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3" name="TextBox 55"/>
          <p:cNvSpPr txBox="1"/>
          <p:nvPr/>
        </p:nvSpPr>
        <p:spPr>
          <a:xfrm>
            <a:off x="543706" y="1922507"/>
            <a:ext cx="83388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 smtClean="0">
                <a:latin typeface="微软雅黑" pitchFamily="34" charset="-122"/>
                <a:ea typeface="微软雅黑" pitchFamily="34" charset="-122"/>
              </a:rPr>
              <a:t>SOC</a:t>
            </a:r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服务器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4" name="TextBox 56"/>
          <p:cNvSpPr txBox="1"/>
          <p:nvPr/>
        </p:nvSpPr>
        <p:spPr>
          <a:xfrm>
            <a:off x="4235348" y="1922507"/>
            <a:ext cx="85311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000" dirty="0" smtClean="0">
                <a:latin typeface="微软雅黑" pitchFamily="34" charset="-122"/>
                <a:ea typeface="微软雅黑" pitchFamily="34" charset="-122"/>
              </a:rPr>
              <a:t>Web</a:t>
            </a:r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服务器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5" name="TextBox 57"/>
          <p:cNvSpPr txBox="1"/>
          <p:nvPr/>
        </p:nvSpPr>
        <p:spPr>
          <a:xfrm>
            <a:off x="5360560" y="1922507"/>
            <a:ext cx="104868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000" dirty="0" smtClean="0">
                <a:latin typeface="微软雅黑" pitchFamily="34" charset="-122"/>
                <a:ea typeface="微软雅黑" pitchFamily="34" charset="-122"/>
              </a:rPr>
              <a:t>RADIUS</a:t>
            </a:r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服务器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6" name="TextBox 58"/>
          <p:cNvSpPr txBox="1"/>
          <p:nvPr/>
        </p:nvSpPr>
        <p:spPr>
          <a:xfrm>
            <a:off x="6736860" y="1922507"/>
            <a:ext cx="5693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数据库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7" name="TextBox 61"/>
          <p:cNvSpPr txBox="1"/>
          <p:nvPr/>
        </p:nvSpPr>
        <p:spPr>
          <a:xfrm>
            <a:off x="7850537" y="1897289"/>
            <a:ext cx="6976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存储阵列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8" name="TextBox 62"/>
          <p:cNvSpPr txBox="1"/>
          <p:nvPr/>
        </p:nvSpPr>
        <p:spPr>
          <a:xfrm>
            <a:off x="482067" y="2855248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装在机柜中的</a:t>
            </a:r>
            <a:endParaRPr lang="en-US" altLang="zh-CN" sz="1000" dirty="0" smtClean="0">
              <a:latin typeface="微软雅黑" pitchFamily="34" charset="-122"/>
              <a:ea typeface="微软雅黑" pitchFamily="34" charset="-122"/>
            </a:endParaRPr>
          </a:p>
          <a:p>
            <a:pPr algn="ctr"/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存储阵列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89" name="图片 88" descr="计费服务器黄.png"/>
          <p:cNvPicPr>
            <a:picLocks noChangeAspect="1"/>
          </p:cNvPicPr>
          <p:nvPr/>
        </p:nvPicPr>
        <p:blipFill>
          <a:blip r:embed="rId15" cstate="print"/>
          <a:stretch>
            <a:fillRect/>
          </a:stretch>
        </p:blipFill>
        <p:spPr>
          <a:xfrm>
            <a:off x="1962593" y="1444322"/>
            <a:ext cx="541201" cy="442800"/>
          </a:xfrm>
          <a:prstGeom prst="rect">
            <a:avLst/>
          </a:prstGeom>
        </p:spPr>
      </p:pic>
      <p:sp>
        <p:nvSpPr>
          <p:cNvPr id="90" name="TextBox 29"/>
          <p:cNvSpPr txBox="1"/>
          <p:nvPr/>
        </p:nvSpPr>
        <p:spPr>
          <a:xfrm>
            <a:off x="1819659" y="1922507"/>
            <a:ext cx="82586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计费服务器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91" name="图片 90" descr="交换机.png"/>
          <p:cNvPicPr>
            <a:picLocks noChangeAspect="1"/>
          </p:cNvPicPr>
          <p:nvPr/>
        </p:nvPicPr>
        <p:blipFill>
          <a:blip r:embed="rId16" cstate="print"/>
          <a:stretch>
            <a:fillRect/>
          </a:stretch>
        </p:blipFill>
        <p:spPr>
          <a:xfrm>
            <a:off x="3168981" y="1445342"/>
            <a:ext cx="539997" cy="441816"/>
          </a:xfrm>
          <a:prstGeom prst="rect">
            <a:avLst/>
          </a:prstGeom>
        </p:spPr>
      </p:pic>
      <p:sp>
        <p:nvSpPr>
          <p:cNvPr id="92" name="TextBox 33"/>
          <p:cNvSpPr txBox="1"/>
          <p:nvPr/>
        </p:nvSpPr>
        <p:spPr>
          <a:xfrm>
            <a:off x="2973148" y="1922507"/>
            <a:ext cx="93166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000" dirty="0" smtClean="0">
                <a:latin typeface="微软雅黑" pitchFamily="34" charset="-122"/>
                <a:ea typeface="微软雅黑" pitchFamily="34" charset="-122"/>
              </a:rPr>
              <a:t>DHCP</a:t>
            </a:r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服务器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93" name="图片 92" descr="软件服务器.png"/>
          <p:cNvPicPr>
            <a:picLocks noChangeAspect="1"/>
          </p:cNvPicPr>
          <p:nvPr/>
        </p:nvPicPr>
        <p:blipFill>
          <a:blip r:embed="rId17" cstate="print"/>
          <a:stretch>
            <a:fillRect/>
          </a:stretch>
        </p:blipFill>
        <p:spPr>
          <a:xfrm>
            <a:off x="3168981" y="2366116"/>
            <a:ext cx="540000" cy="441818"/>
          </a:xfrm>
          <a:prstGeom prst="rect">
            <a:avLst/>
          </a:prstGeom>
        </p:spPr>
      </p:pic>
      <p:pic>
        <p:nvPicPr>
          <p:cNvPr id="94" name="图片 93" descr="安全策略服务器.png"/>
          <p:cNvPicPr>
            <a:picLocks noChangeAspect="1"/>
          </p:cNvPicPr>
          <p:nvPr/>
        </p:nvPicPr>
        <p:blipFill>
          <a:blip r:embed="rId18" cstate="print"/>
          <a:stretch>
            <a:fillRect/>
          </a:stretch>
        </p:blipFill>
        <p:spPr>
          <a:xfrm>
            <a:off x="1962593" y="2366116"/>
            <a:ext cx="540000" cy="441818"/>
          </a:xfrm>
          <a:prstGeom prst="rect">
            <a:avLst/>
          </a:prstGeom>
        </p:spPr>
      </p:pic>
      <p:sp>
        <p:nvSpPr>
          <p:cNvPr id="95" name="TextBox 35"/>
          <p:cNvSpPr txBox="1"/>
          <p:nvPr/>
        </p:nvSpPr>
        <p:spPr>
          <a:xfrm>
            <a:off x="1724232" y="2855248"/>
            <a:ext cx="10823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安全策略服务器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6" name="TextBox 36"/>
          <p:cNvSpPr txBox="1"/>
          <p:nvPr/>
        </p:nvSpPr>
        <p:spPr>
          <a:xfrm>
            <a:off x="3071672" y="2855248"/>
            <a:ext cx="82586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软件服务器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559537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extBox 2"/>
          <p:cNvSpPr txBox="1"/>
          <p:nvPr/>
        </p:nvSpPr>
        <p:spPr>
          <a:xfrm>
            <a:off x="574771" y="78372"/>
            <a:ext cx="93487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 smtClean="0">
                <a:latin typeface="微软雅黑" pitchFamily="34" charset="-122"/>
                <a:ea typeface="微软雅黑" pitchFamily="34" charset="-122"/>
              </a:rPr>
              <a:t>网络</a:t>
            </a:r>
            <a:r>
              <a:rPr lang="en-US" altLang="zh-CN" sz="1200" dirty="0" smtClean="0">
                <a:latin typeface="微软雅黑" pitchFamily="34" charset="-122"/>
                <a:ea typeface="微软雅黑" pitchFamily="34" charset="-122"/>
              </a:rPr>
              <a:t>&amp;</a:t>
            </a:r>
            <a:r>
              <a:rPr lang="zh-CN" altLang="en-US" sz="1200" dirty="0" smtClean="0">
                <a:latin typeface="微软雅黑" pitchFamily="34" charset="-122"/>
                <a:ea typeface="微软雅黑" pitchFamily="34" charset="-122"/>
              </a:rPr>
              <a:t>网管</a:t>
            </a:r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63" name="图片 62" descr="云计算-蓝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75880" y="531727"/>
            <a:ext cx="540000" cy="441818"/>
          </a:xfrm>
          <a:prstGeom prst="rect">
            <a:avLst/>
          </a:prstGeom>
        </p:spPr>
      </p:pic>
      <p:pic>
        <p:nvPicPr>
          <p:cNvPr id="64" name="图片 63" descr="封闭网络-蓝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126465" y="531727"/>
            <a:ext cx="540000" cy="441818"/>
          </a:xfrm>
          <a:prstGeom prst="rect">
            <a:avLst/>
          </a:prstGeom>
        </p:spPr>
      </p:pic>
      <p:pic>
        <p:nvPicPr>
          <p:cNvPr id="65" name="图片 64" descr="开放网络-蓝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859773" y="531727"/>
            <a:ext cx="540000" cy="441818"/>
          </a:xfrm>
          <a:prstGeom prst="rect">
            <a:avLst/>
          </a:prstGeom>
        </p:spPr>
      </p:pic>
      <p:pic>
        <p:nvPicPr>
          <p:cNvPr id="66" name="图片 65" descr="数据中心-蓝.pn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358238" y="531727"/>
            <a:ext cx="540000" cy="441818"/>
          </a:xfrm>
          <a:prstGeom prst="rect">
            <a:avLst/>
          </a:prstGeom>
        </p:spPr>
      </p:pic>
      <p:sp>
        <p:nvSpPr>
          <p:cNvPr id="67" name="TextBox 8"/>
          <p:cNvSpPr txBox="1"/>
          <p:nvPr/>
        </p:nvSpPr>
        <p:spPr>
          <a:xfrm>
            <a:off x="661186" y="1015547"/>
            <a:ext cx="56938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云计算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8" name="TextBox 9"/>
          <p:cNvSpPr txBox="1"/>
          <p:nvPr/>
        </p:nvSpPr>
        <p:spPr>
          <a:xfrm>
            <a:off x="1780959" y="1015547"/>
            <a:ext cx="69762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开放网络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9" name="TextBox 10"/>
          <p:cNvSpPr txBox="1"/>
          <p:nvPr/>
        </p:nvSpPr>
        <p:spPr>
          <a:xfrm>
            <a:off x="3047651" y="1015547"/>
            <a:ext cx="69762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封闭网络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0" name="TextBox 11"/>
          <p:cNvSpPr txBox="1"/>
          <p:nvPr/>
        </p:nvSpPr>
        <p:spPr>
          <a:xfrm>
            <a:off x="4279424" y="1015547"/>
            <a:ext cx="69762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数据中心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71" name="图片 70" descr="业务型无线虚链路-蓝.pn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6737753" y="531727"/>
            <a:ext cx="540000" cy="441818"/>
          </a:xfrm>
          <a:prstGeom prst="rect">
            <a:avLst/>
          </a:prstGeom>
        </p:spPr>
      </p:pic>
      <p:pic>
        <p:nvPicPr>
          <p:cNvPr id="72" name="图片 71" descr="管理型无线虚链路-蓝.pn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7963717" y="531727"/>
            <a:ext cx="540000" cy="441818"/>
          </a:xfrm>
          <a:prstGeom prst="rect">
            <a:avLst/>
          </a:prstGeom>
        </p:spPr>
      </p:pic>
      <p:sp>
        <p:nvSpPr>
          <p:cNvPr id="73" name="TextBox 15"/>
          <p:cNvSpPr txBox="1"/>
          <p:nvPr/>
        </p:nvSpPr>
        <p:spPr>
          <a:xfrm>
            <a:off x="6402459" y="1015547"/>
            <a:ext cx="121058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业务型无线虚链路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4" name="TextBox 16"/>
          <p:cNvSpPr txBox="1"/>
          <p:nvPr/>
        </p:nvSpPr>
        <p:spPr>
          <a:xfrm>
            <a:off x="7628423" y="1015547"/>
            <a:ext cx="121058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管理型无线虚链路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75" name="图片 74" descr="故障链路.pn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682411" y="1482444"/>
            <a:ext cx="540000" cy="441818"/>
          </a:xfrm>
          <a:prstGeom prst="rect">
            <a:avLst/>
          </a:prstGeom>
        </p:spPr>
      </p:pic>
      <p:pic>
        <p:nvPicPr>
          <p:cNvPr id="76" name="图片 75" descr="无线网卡-蓝.png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3126465" y="1482444"/>
            <a:ext cx="540000" cy="441818"/>
          </a:xfrm>
          <a:prstGeom prst="rect">
            <a:avLst/>
          </a:prstGeom>
        </p:spPr>
      </p:pic>
      <p:pic>
        <p:nvPicPr>
          <p:cNvPr id="77" name="图片 76" descr="无线网桥-蓝.png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1851643" y="1482444"/>
            <a:ext cx="540000" cy="441818"/>
          </a:xfrm>
          <a:prstGeom prst="rect">
            <a:avLst/>
          </a:prstGeom>
        </p:spPr>
      </p:pic>
      <p:pic>
        <p:nvPicPr>
          <p:cNvPr id="78" name="图片 77" descr="通用网管-蓝.png"/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4358238" y="1482444"/>
            <a:ext cx="540000" cy="441818"/>
          </a:xfrm>
          <a:prstGeom prst="rect">
            <a:avLst/>
          </a:prstGeom>
        </p:spPr>
      </p:pic>
      <p:sp>
        <p:nvSpPr>
          <p:cNvPr id="79" name="TextBox 22"/>
          <p:cNvSpPr txBox="1"/>
          <p:nvPr/>
        </p:nvSpPr>
        <p:spPr>
          <a:xfrm>
            <a:off x="603597" y="1971675"/>
            <a:ext cx="69762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故障链路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0" name="TextBox 24"/>
          <p:cNvSpPr txBox="1"/>
          <p:nvPr/>
        </p:nvSpPr>
        <p:spPr>
          <a:xfrm>
            <a:off x="3047651" y="1971675"/>
            <a:ext cx="69762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无线网卡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1" name="TextBox 25"/>
          <p:cNvSpPr txBox="1"/>
          <p:nvPr/>
        </p:nvSpPr>
        <p:spPr>
          <a:xfrm>
            <a:off x="1772829" y="1971675"/>
            <a:ext cx="69762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无线网桥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2" name="TextBox 26"/>
          <p:cNvSpPr txBox="1"/>
          <p:nvPr/>
        </p:nvSpPr>
        <p:spPr>
          <a:xfrm>
            <a:off x="4279424" y="1971675"/>
            <a:ext cx="69762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通用网管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83" name="图片 82" descr="内网小型网管.png"/>
          <p:cNvPicPr>
            <a:picLocks noChangeAspect="1"/>
          </p:cNvPicPr>
          <p:nvPr/>
        </p:nvPicPr>
        <p:blipFill>
          <a:blip r:embed="rId12" cstate="print"/>
          <a:stretch>
            <a:fillRect/>
          </a:stretch>
        </p:blipFill>
        <p:spPr>
          <a:xfrm>
            <a:off x="5542498" y="1482444"/>
            <a:ext cx="540000" cy="441818"/>
          </a:xfrm>
          <a:prstGeom prst="rect">
            <a:avLst/>
          </a:prstGeom>
        </p:spPr>
      </p:pic>
      <p:pic>
        <p:nvPicPr>
          <p:cNvPr id="84" name="图片 83" descr="大型网管-蓝.pn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6737753" y="1482444"/>
            <a:ext cx="540000" cy="441818"/>
          </a:xfrm>
          <a:prstGeom prst="rect">
            <a:avLst/>
          </a:prstGeom>
        </p:spPr>
      </p:pic>
      <p:sp>
        <p:nvSpPr>
          <p:cNvPr id="85" name="TextBox 29"/>
          <p:cNvSpPr txBox="1"/>
          <p:nvPr/>
        </p:nvSpPr>
        <p:spPr>
          <a:xfrm>
            <a:off x="5335445" y="1971675"/>
            <a:ext cx="95410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内网小型网管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6" name="TextBox 30"/>
          <p:cNvSpPr txBox="1"/>
          <p:nvPr/>
        </p:nvSpPr>
        <p:spPr>
          <a:xfrm>
            <a:off x="6658939" y="1971675"/>
            <a:ext cx="69762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大型网管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87" name="图片 86" descr="管理员-蓝.png"/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7963717" y="1475395"/>
            <a:ext cx="540000" cy="441818"/>
          </a:xfrm>
          <a:prstGeom prst="rect">
            <a:avLst/>
          </a:prstGeom>
        </p:spPr>
      </p:pic>
      <p:pic>
        <p:nvPicPr>
          <p:cNvPr id="88" name="图片 87" descr="网络管理员-蓝.png"/>
          <p:cNvPicPr>
            <a:picLocks noChangeAspect="1"/>
          </p:cNvPicPr>
          <p:nvPr/>
        </p:nvPicPr>
        <p:blipFill>
          <a:blip r:embed="rId15" cstate="print"/>
          <a:stretch>
            <a:fillRect/>
          </a:stretch>
        </p:blipFill>
        <p:spPr>
          <a:xfrm>
            <a:off x="683711" y="2486982"/>
            <a:ext cx="540000" cy="441818"/>
          </a:xfrm>
          <a:prstGeom prst="rect">
            <a:avLst/>
          </a:prstGeom>
        </p:spPr>
      </p:pic>
      <p:sp>
        <p:nvSpPr>
          <p:cNvPr id="89" name="TextBox 37"/>
          <p:cNvSpPr txBox="1"/>
          <p:nvPr/>
        </p:nvSpPr>
        <p:spPr>
          <a:xfrm>
            <a:off x="7949023" y="1945550"/>
            <a:ext cx="56938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管理员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0" name="TextBox 38"/>
          <p:cNvSpPr txBox="1"/>
          <p:nvPr/>
        </p:nvSpPr>
        <p:spPr>
          <a:xfrm>
            <a:off x="540777" y="2964452"/>
            <a:ext cx="82586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网络管理员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91" name="图片 90" descr="云管理平台蓝.png"/>
          <p:cNvPicPr>
            <a:picLocks noChangeAspect="1"/>
          </p:cNvPicPr>
          <p:nvPr/>
        </p:nvPicPr>
        <p:blipFill>
          <a:blip r:embed="rId16" cstate="print"/>
          <a:stretch>
            <a:fillRect/>
          </a:stretch>
        </p:blipFill>
        <p:spPr>
          <a:xfrm>
            <a:off x="5542498" y="536987"/>
            <a:ext cx="540000" cy="441818"/>
          </a:xfrm>
          <a:prstGeom prst="rect">
            <a:avLst/>
          </a:prstGeom>
        </p:spPr>
      </p:pic>
      <p:sp>
        <p:nvSpPr>
          <p:cNvPr id="92" name="TextBox 61"/>
          <p:cNvSpPr txBox="1"/>
          <p:nvPr/>
        </p:nvSpPr>
        <p:spPr>
          <a:xfrm>
            <a:off x="5399565" y="1015547"/>
            <a:ext cx="82586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云管理平台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93" name="图片 92" descr="虚拟化管理平台蓝.png"/>
          <p:cNvPicPr>
            <a:picLocks noChangeAspect="1"/>
          </p:cNvPicPr>
          <p:nvPr/>
        </p:nvPicPr>
        <p:blipFill>
          <a:blip r:embed="rId17" cstate="print"/>
          <a:stretch>
            <a:fillRect/>
          </a:stretch>
        </p:blipFill>
        <p:spPr>
          <a:xfrm>
            <a:off x="1853613" y="2476820"/>
            <a:ext cx="540000" cy="441818"/>
          </a:xfrm>
          <a:prstGeom prst="rect">
            <a:avLst/>
          </a:prstGeom>
        </p:spPr>
      </p:pic>
      <p:sp>
        <p:nvSpPr>
          <p:cNvPr id="94" name="TextBox 63"/>
          <p:cNvSpPr txBox="1"/>
          <p:nvPr/>
        </p:nvSpPr>
        <p:spPr>
          <a:xfrm>
            <a:off x="1588194" y="2964452"/>
            <a:ext cx="108234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虚拟化管理平台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5" name="TextBox 66"/>
          <p:cNvSpPr txBox="1"/>
          <p:nvPr/>
        </p:nvSpPr>
        <p:spPr>
          <a:xfrm>
            <a:off x="2832849" y="2964452"/>
            <a:ext cx="112723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000" dirty="0" smtClean="0">
                <a:latin typeface="微软雅黑" pitchFamily="34" charset="-122"/>
                <a:ea typeface="微软雅黑" pitchFamily="34" charset="-122"/>
              </a:rPr>
              <a:t>Agile controller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96" name="图片 95" descr="Agile controller蓝.png"/>
          <p:cNvPicPr>
            <a:picLocks noChangeAspect="1"/>
          </p:cNvPicPr>
          <p:nvPr/>
        </p:nvPicPr>
        <p:blipFill>
          <a:blip r:embed="rId18" cstate="print"/>
          <a:stretch>
            <a:fillRect/>
          </a:stretch>
        </p:blipFill>
        <p:spPr>
          <a:xfrm>
            <a:off x="3126465" y="2474015"/>
            <a:ext cx="540000" cy="441818"/>
          </a:xfrm>
          <a:prstGeom prst="rect">
            <a:avLst/>
          </a:prstGeom>
        </p:spPr>
      </p:pic>
      <p:sp>
        <p:nvSpPr>
          <p:cNvPr id="97" name="TextBox 4"/>
          <p:cNvSpPr txBox="1"/>
          <p:nvPr/>
        </p:nvSpPr>
        <p:spPr>
          <a:xfrm>
            <a:off x="5289949" y="2956248"/>
            <a:ext cx="107667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企业网络用户</a:t>
            </a:r>
          </a:p>
        </p:txBody>
      </p:sp>
      <p:sp>
        <p:nvSpPr>
          <p:cNvPr id="98" name="TextBox 87"/>
          <p:cNvSpPr txBox="1"/>
          <p:nvPr/>
        </p:nvSpPr>
        <p:spPr>
          <a:xfrm>
            <a:off x="4150392" y="2953708"/>
            <a:ext cx="9527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个人网络用户</a:t>
            </a:r>
          </a:p>
        </p:txBody>
      </p:sp>
      <p:pic>
        <p:nvPicPr>
          <p:cNvPr id="99" name="图片 98"/>
          <p:cNvPicPr>
            <a:picLocks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0450" y="2474704"/>
            <a:ext cx="540000" cy="442800"/>
          </a:xfrm>
          <a:prstGeom prst="rect">
            <a:avLst/>
          </a:prstGeom>
        </p:spPr>
      </p:pic>
      <p:pic>
        <p:nvPicPr>
          <p:cNvPr id="100" name="图片 99"/>
          <p:cNvPicPr>
            <a:picLocks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7120" y="2477244"/>
            <a:ext cx="540000" cy="44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47786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图片 58" descr="内网小型网管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535967" y="1482361"/>
            <a:ext cx="540000" cy="441818"/>
          </a:xfrm>
          <a:prstGeom prst="rect">
            <a:avLst/>
          </a:prstGeom>
        </p:spPr>
      </p:pic>
      <p:pic>
        <p:nvPicPr>
          <p:cNvPr id="63" name="图片 62" descr="故障链路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82411" y="1484447"/>
            <a:ext cx="540000" cy="441818"/>
          </a:xfrm>
          <a:prstGeom prst="rect">
            <a:avLst/>
          </a:prstGeom>
        </p:spPr>
      </p:pic>
      <p:pic>
        <p:nvPicPr>
          <p:cNvPr id="64" name="图片 63" descr="管理型无线虚链路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737753" y="528065"/>
            <a:ext cx="540000" cy="441818"/>
          </a:xfrm>
          <a:prstGeom prst="rect">
            <a:avLst/>
          </a:prstGeom>
        </p:spPr>
      </p:pic>
      <p:pic>
        <p:nvPicPr>
          <p:cNvPr id="65" name="图片 64" descr="业务型无线虚链路.pn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7963717" y="528064"/>
            <a:ext cx="540000" cy="441818"/>
          </a:xfrm>
          <a:prstGeom prst="rect">
            <a:avLst/>
          </a:prstGeom>
        </p:spPr>
      </p:pic>
      <p:pic>
        <p:nvPicPr>
          <p:cNvPr id="66" name="图片 65" descr="无线网卡-黄.pn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3101541" y="1485232"/>
            <a:ext cx="540000" cy="441818"/>
          </a:xfrm>
          <a:prstGeom prst="rect">
            <a:avLst/>
          </a:prstGeom>
        </p:spPr>
      </p:pic>
      <p:pic>
        <p:nvPicPr>
          <p:cNvPr id="67" name="图片 66" descr="无线网桥-黄.pn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1877384" y="1483663"/>
            <a:ext cx="540000" cy="441818"/>
          </a:xfrm>
          <a:prstGeom prst="rect">
            <a:avLst/>
          </a:prstGeom>
        </p:spPr>
      </p:pic>
      <p:pic>
        <p:nvPicPr>
          <p:cNvPr id="68" name="图片 67" descr="管理员-黄.pn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7963717" y="1470866"/>
            <a:ext cx="540000" cy="441818"/>
          </a:xfrm>
          <a:prstGeom prst="rect">
            <a:avLst/>
          </a:prstGeom>
        </p:spPr>
      </p:pic>
      <p:pic>
        <p:nvPicPr>
          <p:cNvPr id="69" name="图片 68" descr="网络管理员-黄.png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676429" y="2451512"/>
            <a:ext cx="540000" cy="441818"/>
          </a:xfrm>
          <a:prstGeom prst="rect">
            <a:avLst/>
          </a:prstGeom>
        </p:spPr>
      </p:pic>
      <p:pic>
        <p:nvPicPr>
          <p:cNvPr id="70" name="图片 69" descr="大型网管-黄.png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6737753" y="1477132"/>
            <a:ext cx="540000" cy="441818"/>
          </a:xfrm>
          <a:prstGeom prst="rect">
            <a:avLst/>
          </a:prstGeom>
        </p:spPr>
      </p:pic>
      <p:pic>
        <p:nvPicPr>
          <p:cNvPr id="71" name="图片 70" descr="通用网管-黄.png"/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4311944" y="1483663"/>
            <a:ext cx="540000" cy="441818"/>
          </a:xfrm>
          <a:prstGeom prst="rect">
            <a:avLst/>
          </a:prstGeom>
        </p:spPr>
      </p:pic>
      <p:pic>
        <p:nvPicPr>
          <p:cNvPr id="72" name="图片 71" descr="云计算-黄.png"/>
          <p:cNvPicPr>
            <a:picLocks noChangeAspect="1"/>
          </p:cNvPicPr>
          <p:nvPr/>
        </p:nvPicPr>
        <p:blipFill>
          <a:blip r:embed="rId12" cstate="print"/>
          <a:stretch>
            <a:fillRect/>
          </a:stretch>
        </p:blipFill>
        <p:spPr>
          <a:xfrm>
            <a:off x="680115" y="529284"/>
            <a:ext cx="540000" cy="441818"/>
          </a:xfrm>
          <a:prstGeom prst="rect">
            <a:avLst/>
          </a:prstGeom>
        </p:spPr>
      </p:pic>
      <p:pic>
        <p:nvPicPr>
          <p:cNvPr id="73" name="图片 72" descr="封闭网络-黄.pn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3099284" y="522753"/>
            <a:ext cx="540000" cy="441818"/>
          </a:xfrm>
          <a:prstGeom prst="rect">
            <a:avLst/>
          </a:prstGeom>
        </p:spPr>
      </p:pic>
      <p:pic>
        <p:nvPicPr>
          <p:cNvPr id="74" name="图片 73" descr="开放网络-黄.png"/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1860308" y="522753"/>
            <a:ext cx="540000" cy="441818"/>
          </a:xfrm>
          <a:prstGeom prst="rect">
            <a:avLst/>
          </a:prstGeom>
        </p:spPr>
      </p:pic>
      <p:pic>
        <p:nvPicPr>
          <p:cNvPr id="75" name="图片 74" descr="数据中心-黄.png"/>
          <p:cNvPicPr>
            <a:picLocks noChangeAspect="1"/>
          </p:cNvPicPr>
          <p:nvPr/>
        </p:nvPicPr>
        <p:blipFill>
          <a:blip r:embed="rId15" cstate="print"/>
          <a:stretch>
            <a:fillRect/>
          </a:stretch>
        </p:blipFill>
        <p:spPr>
          <a:xfrm>
            <a:off x="4311944" y="527988"/>
            <a:ext cx="540000" cy="441818"/>
          </a:xfrm>
          <a:prstGeom prst="rect">
            <a:avLst/>
          </a:prstGeom>
        </p:spPr>
      </p:pic>
      <p:sp>
        <p:nvSpPr>
          <p:cNvPr id="76" name="TextBox 2"/>
          <p:cNvSpPr txBox="1"/>
          <p:nvPr/>
        </p:nvSpPr>
        <p:spPr>
          <a:xfrm>
            <a:off x="574771" y="78372"/>
            <a:ext cx="93487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 smtClean="0">
                <a:latin typeface="微软雅黑" pitchFamily="34" charset="-122"/>
                <a:ea typeface="微软雅黑" pitchFamily="34" charset="-122"/>
              </a:rPr>
              <a:t>网络</a:t>
            </a:r>
            <a:r>
              <a:rPr lang="en-US" altLang="zh-CN" sz="1200" dirty="0" smtClean="0">
                <a:latin typeface="微软雅黑" pitchFamily="34" charset="-122"/>
                <a:ea typeface="微软雅黑" pitchFamily="34" charset="-122"/>
              </a:rPr>
              <a:t>&amp;</a:t>
            </a:r>
            <a:r>
              <a:rPr lang="zh-CN" altLang="en-US" sz="1200" dirty="0" smtClean="0">
                <a:latin typeface="微软雅黑" pitchFamily="34" charset="-122"/>
                <a:ea typeface="微软雅黑" pitchFamily="34" charset="-122"/>
              </a:rPr>
              <a:t>网管</a:t>
            </a:r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7" name="TextBox 8"/>
          <p:cNvSpPr txBox="1"/>
          <p:nvPr/>
        </p:nvSpPr>
        <p:spPr>
          <a:xfrm>
            <a:off x="661186" y="1015547"/>
            <a:ext cx="56938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云计算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8" name="TextBox 9"/>
          <p:cNvSpPr txBox="1"/>
          <p:nvPr/>
        </p:nvSpPr>
        <p:spPr>
          <a:xfrm>
            <a:off x="1780959" y="1015547"/>
            <a:ext cx="69762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开放网络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9" name="TextBox 10"/>
          <p:cNvSpPr txBox="1"/>
          <p:nvPr/>
        </p:nvSpPr>
        <p:spPr>
          <a:xfrm>
            <a:off x="3021526" y="1015547"/>
            <a:ext cx="69762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封闭网络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0" name="TextBox 11"/>
          <p:cNvSpPr txBox="1"/>
          <p:nvPr/>
        </p:nvSpPr>
        <p:spPr>
          <a:xfrm>
            <a:off x="4233130" y="1015547"/>
            <a:ext cx="69762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数据中心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1" name="TextBox 12"/>
          <p:cNvSpPr txBox="1"/>
          <p:nvPr/>
        </p:nvSpPr>
        <p:spPr>
          <a:xfrm>
            <a:off x="5521273" y="1015547"/>
            <a:ext cx="56938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互联网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2" name="TextBox 15"/>
          <p:cNvSpPr txBox="1"/>
          <p:nvPr/>
        </p:nvSpPr>
        <p:spPr>
          <a:xfrm>
            <a:off x="6402459" y="1015547"/>
            <a:ext cx="121058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业务型无线虚链路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3" name="TextBox 16"/>
          <p:cNvSpPr txBox="1"/>
          <p:nvPr/>
        </p:nvSpPr>
        <p:spPr>
          <a:xfrm>
            <a:off x="7628423" y="1015547"/>
            <a:ext cx="121058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管理型无线虚链路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4" name="TextBox 22"/>
          <p:cNvSpPr txBox="1"/>
          <p:nvPr/>
        </p:nvSpPr>
        <p:spPr>
          <a:xfrm>
            <a:off x="603597" y="1971675"/>
            <a:ext cx="69762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故障链路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5" name="TextBox 24"/>
          <p:cNvSpPr txBox="1"/>
          <p:nvPr/>
        </p:nvSpPr>
        <p:spPr>
          <a:xfrm>
            <a:off x="3028057" y="1971675"/>
            <a:ext cx="69762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无线网卡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6" name="TextBox 25"/>
          <p:cNvSpPr txBox="1"/>
          <p:nvPr/>
        </p:nvSpPr>
        <p:spPr>
          <a:xfrm>
            <a:off x="1798954" y="1971675"/>
            <a:ext cx="69762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无线网桥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7" name="TextBox 26"/>
          <p:cNvSpPr txBox="1"/>
          <p:nvPr/>
        </p:nvSpPr>
        <p:spPr>
          <a:xfrm>
            <a:off x="4233130" y="1971675"/>
            <a:ext cx="69762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通用网管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8" name="TextBox 29"/>
          <p:cNvSpPr txBox="1"/>
          <p:nvPr/>
        </p:nvSpPr>
        <p:spPr>
          <a:xfrm>
            <a:off x="5328914" y="1971675"/>
            <a:ext cx="95410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内网小型网管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9" name="TextBox 30"/>
          <p:cNvSpPr txBox="1"/>
          <p:nvPr/>
        </p:nvSpPr>
        <p:spPr>
          <a:xfrm>
            <a:off x="6658939" y="1971675"/>
            <a:ext cx="69762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大型网管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0" name="TextBox 37"/>
          <p:cNvSpPr txBox="1"/>
          <p:nvPr/>
        </p:nvSpPr>
        <p:spPr>
          <a:xfrm>
            <a:off x="7949023" y="1939018"/>
            <a:ext cx="56938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管理员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1" name="TextBox 38"/>
          <p:cNvSpPr txBox="1"/>
          <p:nvPr/>
        </p:nvSpPr>
        <p:spPr>
          <a:xfrm>
            <a:off x="533768" y="2933511"/>
            <a:ext cx="82586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网络管理员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92" name="图片 91" descr="云管理平台黄.png"/>
          <p:cNvPicPr>
            <a:picLocks noChangeAspect="1"/>
          </p:cNvPicPr>
          <p:nvPr/>
        </p:nvPicPr>
        <p:blipFill>
          <a:blip r:embed="rId16" cstate="print"/>
          <a:stretch>
            <a:fillRect/>
          </a:stretch>
        </p:blipFill>
        <p:spPr>
          <a:xfrm>
            <a:off x="5535967" y="524146"/>
            <a:ext cx="540000" cy="441818"/>
          </a:xfrm>
          <a:prstGeom prst="rect">
            <a:avLst/>
          </a:prstGeom>
        </p:spPr>
      </p:pic>
      <p:pic>
        <p:nvPicPr>
          <p:cNvPr id="93" name="图片 92" descr="虚拟化管理平台黄.png"/>
          <p:cNvPicPr>
            <a:picLocks noChangeAspect="1"/>
          </p:cNvPicPr>
          <p:nvPr/>
        </p:nvPicPr>
        <p:blipFill>
          <a:blip r:embed="rId17" cstate="print"/>
          <a:stretch>
            <a:fillRect/>
          </a:stretch>
        </p:blipFill>
        <p:spPr>
          <a:xfrm>
            <a:off x="1834241" y="2457449"/>
            <a:ext cx="540000" cy="441818"/>
          </a:xfrm>
          <a:prstGeom prst="rect">
            <a:avLst/>
          </a:prstGeom>
        </p:spPr>
      </p:pic>
      <p:sp>
        <p:nvSpPr>
          <p:cNvPr id="94" name="TextBox 68"/>
          <p:cNvSpPr txBox="1"/>
          <p:nvPr/>
        </p:nvSpPr>
        <p:spPr>
          <a:xfrm>
            <a:off x="1555059" y="2933511"/>
            <a:ext cx="108234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虚拟化管理平台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5" name="TextBox 83"/>
          <p:cNvSpPr txBox="1"/>
          <p:nvPr/>
        </p:nvSpPr>
        <p:spPr>
          <a:xfrm>
            <a:off x="2838903" y="2933511"/>
            <a:ext cx="112723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000" dirty="0" smtClean="0">
                <a:latin typeface="微软雅黑" pitchFamily="34" charset="-122"/>
                <a:ea typeface="微软雅黑" pitchFamily="34" charset="-122"/>
              </a:rPr>
              <a:t>Agile controller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96" name="图片 95" descr="Agile controller黄.png"/>
          <p:cNvPicPr>
            <a:picLocks noChangeAspect="1"/>
          </p:cNvPicPr>
          <p:nvPr/>
        </p:nvPicPr>
        <p:blipFill>
          <a:blip r:embed="rId18" cstate="print"/>
          <a:stretch>
            <a:fillRect/>
          </a:stretch>
        </p:blipFill>
        <p:spPr>
          <a:xfrm>
            <a:off x="3125855" y="2480641"/>
            <a:ext cx="540000" cy="441818"/>
          </a:xfrm>
          <a:prstGeom prst="rect">
            <a:avLst/>
          </a:prstGeom>
        </p:spPr>
      </p:pic>
      <p:pic>
        <p:nvPicPr>
          <p:cNvPr id="97" name="图片 96"/>
          <p:cNvPicPr>
            <a:picLocks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4412" y="2480419"/>
            <a:ext cx="540000" cy="442800"/>
          </a:xfrm>
          <a:prstGeom prst="rect">
            <a:avLst/>
          </a:prstGeom>
        </p:spPr>
      </p:pic>
      <p:pic>
        <p:nvPicPr>
          <p:cNvPr id="98" name="图片 97"/>
          <p:cNvPicPr>
            <a:picLocks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4580" y="2480419"/>
            <a:ext cx="540000" cy="442800"/>
          </a:xfrm>
          <a:prstGeom prst="rect">
            <a:avLst/>
          </a:prstGeom>
        </p:spPr>
      </p:pic>
      <p:sp>
        <p:nvSpPr>
          <p:cNvPr id="99" name="TextBox 4"/>
          <p:cNvSpPr txBox="1"/>
          <p:nvPr/>
        </p:nvSpPr>
        <p:spPr>
          <a:xfrm>
            <a:off x="5287409" y="2959423"/>
            <a:ext cx="107667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企业网络用户</a:t>
            </a:r>
          </a:p>
        </p:txBody>
      </p:sp>
      <p:sp>
        <p:nvSpPr>
          <p:cNvPr id="100" name="TextBox 87"/>
          <p:cNvSpPr txBox="1"/>
          <p:nvPr/>
        </p:nvSpPr>
        <p:spPr>
          <a:xfrm>
            <a:off x="4104354" y="2959423"/>
            <a:ext cx="9527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个人网络用户</a:t>
            </a:r>
          </a:p>
        </p:txBody>
      </p:sp>
    </p:spTree>
    <p:extLst>
      <p:ext uri="{BB962C8B-B14F-4D97-AF65-F5344CB8AC3E}">
        <p14:creationId xmlns:p14="http://schemas.microsoft.com/office/powerpoint/2010/main" val="25794084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extBox 2"/>
          <p:cNvSpPr txBox="1"/>
          <p:nvPr/>
        </p:nvSpPr>
        <p:spPr>
          <a:xfrm>
            <a:off x="574771" y="78372"/>
            <a:ext cx="93487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 smtClean="0">
                <a:latin typeface="微软雅黑" pitchFamily="34" charset="-122"/>
                <a:ea typeface="微软雅黑" pitchFamily="34" charset="-122"/>
              </a:rPr>
              <a:t>网络</a:t>
            </a:r>
            <a:r>
              <a:rPr lang="en-US" altLang="zh-CN" sz="1200" dirty="0" smtClean="0">
                <a:latin typeface="微软雅黑" pitchFamily="34" charset="-122"/>
                <a:ea typeface="微软雅黑" pitchFamily="34" charset="-122"/>
              </a:rPr>
              <a:t>&amp;</a:t>
            </a:r>
            <a:r>
              <a:rPr lang="zh-CN" altLang="en-US" sz="1200" dirty="0" smtClean="0">
                <a:latin typeface="微软雅黑" pitchFamily="34" charset="-122"/>
                <a:ea typeface="微软雅黑" pitchFamily="34" charset="-122"/>
              </a:rPr>
              <a:t>网管</a:t>
            </a:r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63" name="图片 62" descr="wifi信号蓝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022451" y="2529446"/>
            <a:ext cx="505969" cy="423673"/>
          </a:xfrm>
          <a:prstGeom prst="rect">
            <a:avLst/>
          </a:prstGeom>
        </p:spPr>
      </p:pic>
      <p:sp>
        <p:nvSpPr>
          <p:cNvPr id="64" name="TextBox 81"/>
          <p:cNvSpPr txBox="1"/>
          <p:nvPr/>
        </p:nvSpPr>
        <p:spPr>
          <a:xfrm>
            <a:off x="1966637" y="3002825"/>
            <a:ext cx="68320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000" dirty="0" err="1" smtClean="0">
                <a:latin typeface="微软雅黑" pitchFamily="34" charset="-122"/>
                <a:ea typeface="微软雅黑" pitchFamily="34" charset="-122"/>
              </a:rPr>
              <a:t>Wifi</a:t>
            </a:r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信号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65" name="图片 64" descr="internet-蓝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270300" y="490392"/>
            <a:ext cx="804674" cy="408433"/>
          </a:xfrm>
          <a:prstGeom prst="rect">
            <a:avLst/>
          </a:prstGeom>
        </p:spPr>
      </p:pic>
      <p:pic>
        <p:nvPicPr>
          <p:cNvPr id="66" name="图片 65" descr="LAN-蓝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3044336" y="490392"/>
            <a:ext cx="804674" cy="408433"/>
          </a:xfrm>
          <a:prstGeom prst="rect">
            <a:avLst/>
          </a:prstGeom>
        </p:spPr>
      </p:pic>
      <p:pic>
        <p:nvPicPr>
          <p:cNvPr id="67" name="图片 66" descr="PSTN-蓝.pn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849081" y="490392"/>
            <a:ext cx="804674" cy="408433"/>
          </a:xfrm>
          <a:prstGeom prst="rect">
            <a:avLst/>
          </a:prstGeom>
        </p:spPr>
      </p:pic>
      <p:pic>
        <p:nvPicPr>
          <p:cNvPr id="68" name="图片 67" descr="WAN-蓝.pn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669393" y="491916"/>
            <a:ext cx="795530" cy="405385"/>
          </a:xfrm>
          <a:prstGeom prst="rect">
            <a:avLst/>
          </a:prstGeom>
        </p:spPr>
      </p:pic>
      <p:sp>
        <p:nvSpPr>
          <p:cNvPr id="69" name="TextBox 8"/>
          <p:cNvSpPr txBox="1"/>
          <p:nvPr/>
        </p:nvSpPr>
        <p:spPr>
          <a:xfrm>
            <a:off x="812921" y="946060"/>
            <a:ext cx="50847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000" dirty="0" smtClean="0">
                <a:latin typeface="微软雅黑" pitchFamily="34" charset="-122"/>
                <a:ea typeface="微软雅黑" pitchFamily="34" charset="-122"/>
              </a:rPr>
              <a:t>WAN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0" name="TextBox 9"/>
          <p:cNvSpPr txBox="1"/>
          <p:nvPr/>
        </p:nvSpPr>
        <p:spPr>
          <a:xfrm>
            <a:off x="1993975" y="946060"/>
            <a:ext cx="51488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000" dirty="0" smtClean="0">
                <a:latin typeface="微软雅黑" pitchFamily="34" charset="-122"/>
                <a:ea typeface="微软雅黑" pitchFamily="34" charset="-122"/>
              </a:rPr>
              <a:t>PSTN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1" name="TextBox 10"/>
          <p:cNvSpPr txBox="1"/>
          <p:nvPr/>
        </p:nvSpPr>
        <p:spPr>
          <a:xfrm>
            <a:off x="3224497" y="946060"/>
            <a:ext cx="44435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000" dirty="0" smtClean="0">
                <a:latin typeface="微软雅黑" pitchFamily="34" charset="-122"/>
                <a:ea typeface="微软雅黑" pitchFamily="34" charset="-122"/>
              </a:rPr>
              <a:t>LAN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2" name="TextBox 11"/>
          <p:cNvSpPr txBox="1"/>
          <p:nvPr/>
        </p:nvSpPr>
        <p:spPr>
          <a:xfrm>
            <a:off x="4337449" y="946060"/>
            <a:ext cx="67037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000" dirty="0" smtClean="0">
                <a:latin typeface="微软雅黑" pitchFamily="34" charset="-122"/>
                <a:ea typeface="微软雅黑" pitchFamily="34" charset="-122"/>
              </a:rPr>
              <a:t>Internet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73" name="图片 72" descr="IP-蓝.pn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5553346" y="475475"/>
            <a:ext cx="795530" cy="405385"/>
          </a:xfrm>
          <a:prstGeom prst="rect">
            <a:avLst/>
          </a:prstGeom>
        </p:spPr>
      </p:pic>
      <p:sp>
        <p:nvSpPr>
          <p:cNvPr id="74" name="TextBox 13"/>
          <p:cNvSpPr txBox="1"/>
          <p:nvPr/>
        </p:nvSpPr>
        <p:spPr>
          <a:xfrm>
            <a:off x="5809288" y="942794"/>
            <a:ext cx="30168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000" dirty="0" smtClean="0">
                <a:latin typeface="微软雅黑" pitchFamily="34" charset="-122"/>
                <a:ea typeface="微软雅黑" pitchFamily="34" charset="-122"/>
              </a:rPr>
              <a:t>IP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75" name="图片 74" descr="SAN蓝.pn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6722358" y="475475"/>
            <a:ext cx="795530" cy="405385"/>
          </a:xfrm>
          <a:prstGeom prst="rect">
            <a:avLst/>
          </a:prstGeom>
        </p:spPr>
      </p:pic>
      <p:sp>
        <p:nvSpPr>
          <p:cNvPr id="76" name="TextBox 15"/>
          <p:cNvSpPr txBox="1"/>
          <p:nvPr/>
        </p:nvSpPr>
        <p:spPr>
          <a:xfrm>
            <a:off x="6909605" y="942794"/>
            <a:ext cx="45236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000" dirty="0" smtClean="0">
                <a:latin typeface="微软雅黑" pitchFamily="34" charset="-122"/>
                <a:ea typeface="微软雅黑" pitchFamily="34" charset="-122"/>
              </a:rPr>
              <a:t>SAN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77" name="图片 76" descr="网络云2-蓝.png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1979526" y="1481315"/>
            <a:ext cx="618745" cy="359665"/>
          </a:xfrm>
          <a:prstGeom prst="rect">
            <a:avLst/>
          </a:prstGeom>
        </p:spPr>
      </p:pic>
      <p:pic>
        <p:nvPicPr>
          <p:cNvPr id="78" name="图片 77" descr="网络云1-蓝.png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747753" y="1444739"/>
            <a:ext cx="618745" cy="432817"/>
          </a:xfrm>
          <a:prstGeom prst="rect">
            <a:avLst/>
          </a:prstGeom>
        </p:spPr>
      </p:pic>
      <p:sp>
        <p:nvSpPr>
          <p:cNvPr id="79" name="TextBox 20"/>
          <p:cNvSpPr txBox="1"/>
          <p:nvPr/>
        </p:nvSpPr>
        <p:spPr>
          <a:xfrm>
            <a:off x="734761" y="1925774"/>
            <a:ext cx="64472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网络云</a:t>
            </a:r>
            <a:r>
              <a:rPr lang="en-US" altLang="zh-CN" sz="1000" dirty="0" smtClean="0">
                <a:latin typeface="微软雅黑" pitchFamily="34" charset="-122"/>
                <a:ea typeface="微软雅黑" pitchFamily="34" charset="-122"/>
              </a:rPr>
              <a:t>1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0" name="TextBox 21"/>
          <p:cNvSpPr txBox="1"/>
          <p:nvPr/>
        </p:nvSpPr>
        <p:spPr>
          <a:xfrm>
            <a:off x="1966534" y="1925774"/>
            <a:ext cx="64472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网络云</a:t>
            </a:r>
            <a:r>
              <a:rPr lang="en-US" altLang="zh-CN" sz="1000" dirty="0" smtClean="0">
                <a:latin typeface="微软雅黑" pitchFamily="34" charset="-122"/>
                <a:ea typeface="微软雅黑" pitchFamily="34" charset="-122"/>
              </a:rPr>
              <a:t>2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81" name="图片 80" descr="网络云3-蓝.png"/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3191218" y="1476362"/>
            <a:ext cx="563881" cy="350521"/>
          </a:xfrm>
          <a:prstGeom prst="rect">
            <a:avLst/>
          </a:prstGeom>
        </p:spPr>
      </p:pic>
      <p:sp>
        <p:nvSpPr>
          <p:cNvPr id="82" name="TextBox 23"/>
          <p:cNvSpPr txBox="1"/>
          <p:nvPr/>
        </p:nvSpPr>
        <p:spPr>
          <a:xfrm>
            <a:off x="3150794" y="1916249"/>
            <a:ext cx="64472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网络云</a:t>
            </a:r>
            <a:r>
              <a:rPr lang="en-US" altLang="zh-CN" sz="1000" dirty="0" smtClean="0">
                <a:latin typeface="微软雅黑" pitchFamily="34" charset="-122"/>
                <a:ea typeface="微软雅黑" pitchFamily="34" charset="-122"/>
              </a:rPr>
              <a:t>3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3" name="TextBox 25"/>
          <p:cNvSpPr txBox="1"/>
          <p:nvPr/>
        </p:nvSpPr>
        <p:spPr>
          <a:xfrm>
            <a:off x="4346049" y="1916249"/>
            <a:ext cx="64472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网络云</a:t>
            </a:r>
            <a:r>
              <a:rPr lang="en-US" altLang="zh-CN" sz="1000" dirty="0" smtClean="0">
                <a:latin typeface="微软雅黑" pitchFamily="34" charset="-122"/>
                <a:ea typeface="微软雅黑" pitchFamily="34" charset="-122"/>
              </a:rPr>
              <a:t>4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4" name="TextBox 26"/>
          <p:cNvSpPr txBox="1"/>
          <p:nvPr/>
        </p:nvSpPr>
        <p:spPr>
          <a:xfrm>
            <a:off x="714483" y="2997110"/>
            <a:ext cx="69762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信号传输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85" name="图片 84" descr="信号传输蓝.png"/>
          <p:cNvPicPr>
            <a:picLocks noChangeAspect="1"/>
          </p:cNvPicPr>
          <p:nvPr/>
        </p:nvPicPr>
        <p:blipFill>
          <a:blip r:embed="rId12" cstate="print"/>
          <a:stretch>
            <a:fillRect/>
          </a:stretch>
        </p:blipFill>
        <p:spPr>
          <a:xfrm>
            <a:off x="979477" y="2526779"/>
            <a:ext cx="167640" cy="417577"/>
          </a:xfrm>
          <a:prstGeom prst="rect">
            <a:avLst/>
          </a:prstGeom>
        </p:spPr>
      </p:pic>
      <p:pic>
        <p:nvPicPr>
          <p:cNvPr id="86" name="图片 85" descr="网络云4.pn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4333892" y="1418081"/>
            <a:ext cx="718166" cy="43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6406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图片 58" descr="网络云4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290349" y="1432595"/>
            <a:ext cx="718166" cy="432000"/>
          </a:xfrm>
          <a:prstGeom prst="rect">
            <a:avLst/>
          </a:prstGeom>
        </p:spPr>
      </p:pic>
      <p:sp>
        <p:nvSpPr>
          <p:cNvPr id="63" name="TextBox 2"/>
          <p:cNvSpPr txBox="1"/>
          <p:nvPr/>
        </p:nvSpPr>
        <p:spPr>
          <a:xfrm>
            <a:off x="574771" y="78372"/>
            <a:ext cx="93487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 smtClean="0">
                <a:latin typeface="微软雅黑" pitchFamily="34" charset="-122"/>
                <a:ea typeface="微软雅黑" pitchFamily="34" charset="-122"/>
              </a:rPr>
              <a:t>网络</a:t>
            </a:r>
            <a:r>
              <a:rPr lang="en-US" altLang="zh-CN" sz="1200" dirty="0" smtClean="0">
                <a:latin typeface="微软雅黑" pitchFamily="34" charset="-122"/>
                <a:ea typeface="微软雅黑" pitchFamily="34" charset="-122"/>
              </a:rPr>
              <a:t>&amp;</a:t>
            </a:r>
            <a:r>
              <a:rPr lang="zh-CN" altLang="en-US" sz="1200" dirty="0" smtClean="0">
                <a:latin typeface="微软雅黑" pitchFamily="34" charset="-122"/>
                <a:ea typeface="微软雅黑" pitchFamily="34" charset="-122"/>
              </a:rPr>
              <a:t>网管</a:t>
            </a:r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64" name="图片 63" descr="wifi信号黄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941053" y="2426251"/>
            <a:ext cx="505969" cy="423673"/>
          </a:xfrm>
          <a:prstGeom prst="rect">
            <a:avLst/>
          </a:prstGeom>
        </p:spPr>
      </p:pic>
      <p:sp>
        <p:nvSpPr>
          <p:cNvPr id="65" name="TextBox 90"/>
          <p:cNvSpPr txBox="1"/>
          <p:nvPr/>
        </p:nvSpPr>
        <p:spPr>
          <a:xfrm>
            <a:off x="1891547" y="2902160"/>
            <a:ext cx="68320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000" dirty="0" err="1" smtClean="0">
                <a:latin typeface="微软雅黑" pitchFamily="34" charset="-122"/>
                <a:ea typeface="微软雅黑" pitchFamily="34" charset="-122"/>
              </a:rPr>
              <a:t>Wifi</a:t>
            </a:r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信号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66" name="图片 65" descr="网络云3-黄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3149218" y="1471680"/>
            <a:ext cx="563881" cy="350521"/>
          </a:xfrm>
          <a:prstGeom prst="rect">
            <a:avLst/>
          </a:prstGeom>
        </p:spPr>
      </p:pic>
      <p:pic>
        <p:nvPicPr>
          <p:cNvPr id="67" name="图片 66" descr="网络云2-黄.pn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897763" y="1467108"/>
            <a:ext cx="618745" cy="359665"/>
          </a:xfrm>
          <a:prstGeom prst="rect">
            <a:avLst/>
          </a:prstGeom>
        </p:spPr>
      </p:pic>
      <p:pic>
        <p:nvPicPr>
          <p:cNvPr id="68" name="图片 67" descr="网络云1-黄.pn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693388" y="1430532"/>
            <a:ext cx="618745" cy="432817"/>
          </a:xfrm>
          <a:prstGeom prst="rect">
            <a:avLst/>
          </a:prstGeom>
        </p:spPr>
      </p:pic>
      <p:pic>
        <p:nvPicPr>
          <p:cNvPr id="69" name="图片 68" descr="IP-黄.pn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5538896" y="490378"/>
            <a:ext cx="795530" cy="405385"/>
          </a:xfrm>
          <a:prstGeom prst="rect">
            <a:avLst/>
          </a:prstGeom>
        </p:spPr>
      </p:pic>
      <p:pic>
        <p:nvPicPr>
          <p:cNvPr id="70" name="图片 69" descr="Internet-黄.pn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4272456" y="497755"/>
            <a:ext cx="804674" cy="408433"/>
          </a:xfrm>
          <a:prstGeom prst="rect">
            <a:avLst/>
          </a:prstGeom>
        </p:spPr>
      </p:pic>
      <p:pic>
        <p:nvPicPr>
          <p:cNvPr id="71" name="图片 70" descr="LAN-黄.png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3046492" y="495261"/>
            <a:ext cx="804674" cy="408433"/>
          </a:xfrm>
          <a:prstGeom prst="rect">
            <a:avLst/>
          </a:prstGeom>
        </p:spPr>
      </p:pic>
      <p:pic>
        <p:nvPicPr>
          <p:cNvPr id="72" name="图片 71" descr="PSTN-黄.png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1844706" y="493048"/>
            <a:ext cx="804674" cy="408433"/>
          </a:xfrm>
          <a:prstGeom prst="rect">
            <a:avLst/>
          </a:prstGeom>
        </p:spPr>
      </p:pic>
      <p:pic>
        <p:nvPicPr>
          <p:cNvPr id="73" name="图片 72" descr="WAN-黄.png"/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625255" y="496193"/>
            <a:ext cx="795530" cy="405385"/>
          </a:xfrm>
          <a:prstGeom prst="rect">
            <a:avLst/>
          </a:prstGeom>
        </p:spPr>
      </p:pic>
      <p:sp>
        <p:nvSpPr>
          <p:cNvPr id="74" name="TextBox 12"/>
          <p:cNvSpPr txBox="1"/>
          <p:nvPr/>
        </p:nvSpPr>
        <p:spPr>
          <a:xfrm>
            <a:off x="661801" y="2910932"/>
            <a:ext cx="69762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信号传输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5" name="TextBox 13"/>
          <p:cNvSpPr txBox="1"/>
          <p:nvPr/>
        </p:nvSpPr>
        <p:spPr>
          <a:xfrm>
            <a:off x="681963" y="1914097"/>
            <a:ext cx="64472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网络云</a:t>
            </a:r>
            <a:r>
              <a:rPr lang="en-US" altLang="zh-CN" sz="1000" dirty="0" smtClean="0">
                <a:latin typeface="微软雅黑" pitchFamily="34" charset="-122"/>
                <a:ea typeface="微软雅黑" pitchFamily="34" charset="-122"/>
              </a:rPr>
              <a:t>1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6" name="TextBox 14"/>
          <p:cNvSpPr txBox="1"/>
          <p:nvPr/>
        </p:nvSpPr>
        <p:spPr>
          <a:xfrm>
            <a:off x="1884771" y="1914097"/>
            <a:ext cx="64472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网络云</a:t>
            </a:r>
            <a:r>
              <a:rPr lang="en-US" altLang="zh-CN" sz="1000" dirty="0" smtClean="0">
                <a:latin typeface="微软雅黑" pitchFamily="34" charset="-122"/>
                <a:ea typeface="微软雅黑" pitchFamily="34" charset="-122"/>
              </a:rPr>
              <a:t>2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7" name="TextBox 15"/>
          <p:cNvSpPr txBox="1"/>
          <p:nvPr/>
        </p:nvSpPr>
        <p:spPr>
          <a:xfrm>
            <a:off x="768783" y="948245"/>
            <a:ext cx="50847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000" dirty="0" smtClean="0">
                <a:latin typeface="微软雅黑" pitchFamily="34" charset="-122"/>
                <a:ea typeface="微软雅黑" pitchFamily="34" charset="-122"/>
              </a:rPr>
              <a:t>WAN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8" name="TextBox 16"/>
          <p:cNvSpPr txBox="1"/>
          <p:nvPr/>
        </p:nvSpPr>
        <p:spPr>
          <a:xfrm>
            <a:off x="1989600" y="948245"/>
            <a:ext cx="51488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000" dirty="0" smtClean="0">
                <a:latin typeface="微软雅黑" pitchFamily="34" charset="-122"/>
                <a:ea typeface="微软雅黑" pitchFamily="34" charset="-122"/>
              </a:rPr>
              <a:t>PSTN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9" name="TextBox 17"/>
          <p:cNvSpPr txBox="1"/>
          <p:nvPr/>
        </p:nvSpPr>
        <p:spPr>
          <a:xfrm>
            <a:off x="3226653" y="948245"/>
            <a:ext cx="44435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000" dirty="0" smtClean="0">
                <a:latin typeface="微软雅黑" pitchFamily="34" charset="-122"/>
                <a:ea typeface="微软雅黑" pitchFamily="34" charset="-122"/>
              </a:rPr>
              <a:t>LAN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0" name="TextBox 18"/>
          <p:cNvSpPr txBox="1"/>
          <p:nvPr/>
        </p:nvSpPr>
        <p:spPr>
          <a:xfrm>
            <a:off x="4339605" y="948245"/>
            <a:ext cx="67037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000" dirty="0" smtClean="0">
                <a:latin typeface="微软雅黑" pitchFamily="34" charset="-122"/>
                <a:ea typeface="微软雅黑" pitchFamily="34" charset="-122"/>
              </a:rPr>
              <a:t>Internet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1" name="TextBox 19"/>
          <p:cNvSpPr txBox="1"/>
          <p:nvPr/>
        </p:nvSpPr>
        <p:spPr>
          <a:xfrm>
            <a:off x="5796405" y="960227"/>
            <a:ext cx="30168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000" dirty="0" smtClean="0">
                <a:latin typeface="微软雅黑" pitchFamily="34" charset="-122"/>
                <a:ea typeface="微软雅黑" pitchFamily="34" charset="-122"/>
              </a:rPr>
              <a:t>IP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2" name="TextBox 20"/>
          <p:cNvSpPr txBox="1"/>
          <p:nvPr/>
        </p:nvSpPr>
        <p:spPr>
          <a:xfrm>
            <a:off x="3108794" y="1914097"/>
            <a:ext cx="64472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网络云</a:t>
            </a:r>
            <a:r>
              <a:rPr lang="en-US" altLang="zh-CN" sz="1000" dirty="0" smtClean="0">
                <a:latin typeface="微软雅黑" pitchFamily="34" charset="-122"/>
                <a:ea typeface="微软雅黑" pitchFamily="34" charset="-122"/>
              </a:rPr>
              <a:t>3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83" name="图片 82" descr="SAN黄.png"/>
          <p:cNvPicPr>
            <a:picLocks noChangeAspect="1"/>
          </p:cNvPicPr>
          <p:nvPr/>
        </p:nvPicPr>
        <p:blipFill>
          <a:blip r:embed="rId12" cstate="print"/>
          <a:stretch>
            <a:fillRect/>
          </a:stretch>
        </p:blipFill>
        <p:spPr>
          <a:xfrm>
            <a:off x="6745925" y="490378"/>
            <a:ext cx="795530" cy="405385"/>
          </a:xfrm>
          <a:prstGeom prst="rect">
            <a:avLst/>
          </a:prstGeom>
        </p:spPr>
      </p:pic>
      <p:sp>
        <p:nvSpPr>
          <p:cNvPr id="84" name="TextBox 22"/>
          <p:cNvSpPr txBox="1"/>
          <p:nvPr/>
        </p:nvSpPr>
        <p:spPr>
          <a:xfrm>
            <a:off x="6900292" y="960227"/>
            <a:ext cx="45236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000" dirty="0" smtClean="0">
                <a:latin typeface="微软雅黑" pitchFamily="34" charset="-122"/>
                <a:ea typeface="微软雅黑" pitchFamily="34" charset="-122"/>
              </a:rPr>
              <a:t>SAN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85" name="图片 84" descr="信号传输黄.pn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926795" y="2438071"/>
            <a:ext cx="167640" cy="417577"/>
          </a:xfrm>
          <a:prstGeom prst="rect">
            <a:avLst/>
          </a:prstGeom>
        </p:spPr>
      </p:pic>
      <p:sp>
        <p:nvSpPr>
          <p:cNvPr id="86" name="TextBox 25"/>
          <p:cNvSpPr txBox="1"/>
          <p:nvPr/>
        </p:nvSpPr>
        <p:spPr>
          <a:xfrm>
            <a:off x="4310580" y="1914097"/>
            <a:ext cx="64472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网络云</a:t>
            </a:r>
            <a:r>
              <a:rPr lang="en-US" altLang="zh-CN" sz="1000" dirty="0" smtClean="0">
                <a:latin typeface="微软雅黑" pitchFamily="34" charset="-122"/>
                <a:ea typeface="微软雅黑" pitchFamily="34" charset="-122"/>
              </a:rPr>
              <a:t>4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515568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图片 58" descr="办公楼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84470" y="498202"/>
            <a:ext cx="540000" cy="441818"/>
          </a:xfrm>
          <a:prstGeom prst="rect">
            <a:avLst/>
          </a:prstGeom>
        </p:spPr>
      </p:pic>
      <p:pic>
        <p:nvPicPr>
          <p:cNvPr id="63" name="图片 62" descr="Hotel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871193" y="2398931"/>
            <a:ext cx="540000" cy="441818"/>
          </a:xfrm>
          <a:prstGeom prst="rect">
            <a:avLst/>
          </a:prstGeom>
        </p:spPr>
      </p:pic>
      <p:pic>
        <p:nvPicPr>
          <p:cNvPr id="64" name="图片 63" descr="住宅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7978525" y="2398931"/>
            <a:ext cx="540000" cy="441818"/>
          </a:xfrm>
          <a:prstGeom prst="rect">
            <a:avLst/>
          </a:prstGeom>
        </p:spPr>
      </p:pic>
      <p:sp>
        <p:nvSpPr>
          <p:cNvPr id="65" name="TextBox 48"/>
          <p:cNvSpPr txBox="1"/>
          <p:nvPr/>
        </p:nvSpPr>
        <p:spPr>
          <a:xfrm>
            <a:off x="574771" y="78372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 smtClean="0">
                <a:latin typeface="微软雅黑" pitchFamily="34" charset="-122"/>
                <a:ea typeface="微软雅黑" pitchFamily="34" charset="-122"/>
              </a:rPr>
              <a:t>建筑</a:t>
            </a:r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6" name="TextBox 49"/>
          <p:cNvSpPr txBox="1"/>
          <p:nvPr/>
        </p:nvSpPr>
        <p:spPr>
          <a:xfrm>
            <a:off x="679542" y="970916"/>
            <a:ext cx="56938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办公楼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7" name="TextBox 50"/>
          <p:cNvSpPr txBox="1"/>
          <p:nvPr/>
        </p:nvSpPr>
        <p:spPr>
          <a:xfrm>
            <a:off x="1962153" y="970916"/>
            <a:ext cx="44114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银行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8" name="TextBox 51"/>
          <p:cNvSpPr txBox="1"/>
          <p:nvPr/>
        </p:nvSpPr>
        <p:spPr>
          <a:xfrm>
            <a:off x="3105772" y="970916"/>
            <a:ext cx="56938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公安局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9" name="TextBox 52"/>
          <p:cNvSpPr txBox="1"/>
          <p:nvPr/>
        </p:nvSpPr>
        <p:spPr>
          <a:xfrm>
            <a:off x="4320086" y="970916"/>
            <a:ext cx="56938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公检法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0" name="TextBox 53"/>
          <p:cNvSpPr txBox="1"/>
          <p:nvPr/>
        </p:nvSpPr>
        <p:spPr>
          <a:xfrm>
            <a:off x="5572091" y="970916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教 育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1" name="TextBox 54"/>
          <p:cNvSpPr txBox="1"/>
          <p:nvPr/>
        </p:nvSpPr>
        <p:spPr>
          <a:xfrm>
            <a:off x="6791292" y="970916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贸 易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72" name="图片 71" descr="分光器-蓝.pn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323020" y="498202"/>
            <a:ext cx="539607" cy="441818"/>
          </a:xfrm>
          <a:prstGeom prst="rect">
            <a:avLst/>
          </a:prstGeom>
        </p:spPr>
      </p:pic>
      <p:pic>
        <p:nvPicPr>
          <p:cNvPr id="73" name="图片 72" descr="HUB.pn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3110170" y="498202"/>
            <a:ext cx="539607" cy="441818"/>
          </a:xfrm>
          <a:prstGeom prst="rect">
            <a:avLst/>
          </a:prstGeom>
        </p:spPr>
      </p:pic>
      <p:pic>
        <p:nvPicPr>
          <p:cNvPr id="74" name="图片 73" descr="通用服务器-蓝.pn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1897320" y="498202"/>
            <a:ext cx="539607" cy="441817"/>
          </a:xfrm>
          <a:prstGeom prst="rect">
            <a:avLst/>
          </a:prstGeom>
        </p:spPr>
      </p:pic>
      <p:pic>
        <p:nvPicPr>
          <p:cNvPr id="75" name="图片 74" descr="邮件服务器-蓝.pn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6748720" y="498202"/>
            <a:ext cx="539607" cy="441817"/>
          </a:xfrm>
          <a:prstGeom prst="rect">
            <a:avLst/>
          </a:prstGeom>
        </p:spPr>
      </p:pic>
      <p:pic>
        <p:nvPicPr>
          <p:cNvPr id="76" name="图片 75" descr="互联网-蓝.png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5535870" y="498202"/>
            <a:ext cx="539607" cy="441817"/>
          </a:xfrm>
          <a:prstGeom prst="rect">
            <a:avLst/>
          </a:prstGeom>
        </p:spPr>
      </p:pic>
      <p:sp>
        <p:nvSpPr>
          <p:cNvPr id="77" name="TextBox 61"/>
          <p:cNvSpPr txBox="1"/>
          <p:nvPr/>
        </p:nvSpPr>
        <p:spPr>
          <a:xfrm>
            <a:off x="7917831" y="970916"/>
            <a:ext cx="51809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交  通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78" name="图片 77" descr="打印服务器-蓝.png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7910225" y="498202"/>
            <a:ext cx="539607" cy="441817"/>
          </a:xfrm>
          <a:prstGeom prst="rect">
            <a:avLst/>
          </a:prstGeom>
        </p:spPr>
      </p:pic>
      <p:sp>
        <p:nvSpPr>
          <p:cNvPr id="79" name="TextBox 63"/>
          <p:cNvSpPr txBox="1"/>
          <p:nvPr/>
        </p:nvSpPr>
        <p:spPr>
          <a:xfrm>
            <a:off x="711362" y="1911441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电 力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0" name="TextBox 64"/>
          <p:cNvSpPr txBox="1"/>
          <p:nvPr/>
        </p:nvSpPr>
        <p:spPr>
          <a:xfrm>
            <a:off x="1820847" y="1911441"/>
            <a:ext cx="6976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公共事业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1" name="TextBox 65"/>
          <p:cNvSpPr txBox="1"/>
          <p:nvPr/>
        </p:nvSpPr>
        <p:spPr>
          <a:xfrm>
            <a:off x="3092707" y="1911441"/>
            <a:ext cx="56938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零售业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2" name="TextBox 66"/>
          <p:cNvSpPr txBox="1"/>
          <p:nvPr/>
        </p:nvSpPr>
        <p:spPr>
          <a:xfrm>
            <a:off x="4351907" y="1911441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金 融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3" name="TextBox 67"/>
          <p:cNvSpPr txBox="1"/>
          <p:nvPr/>
        </p:nvSpPr>
        <p:spPr>
          <a:xfrm>
            <a:off x="5514143" y="1911441"/>
            <a:ext cx="5693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制造业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4" name="TextBox 68"/>
          <p:cNvSpPr txBox="1"/>
          <p:nvPr/>
        </p:nvSpPr>
        <p:spPr>
          <a:xfrm>
            <a:off x="6778227" y="1911441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政 府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85" name="图片 84" descr="防火墙-蓝.png"/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671406" y="1425665"/>
            <a:ext cx="539607" cy="441817"/>
          </a:xfrm>
          <a:prstGeom prst="rect">
            <a:avLst/>
          </a:prstGeom>
        </p:spPr>
      </p:pic>
      <p:pic>
        <p:nvPicPr>
          <p:cNvPr id="86" name="图片 85" descr="AC-蓝.png"/>
          <p:cNvPicPr>
            <a:picLocks noChangeAspect="1"/>
          </p:cNvPicPr>
          <p:nvPr/>
        </p:nvPicPr>
        <p:blipFill>
          <a:blip r:embed="rId12" cstate="print"/>
          <a:stretch>
            <a:fillRect/>
          </a:stretch>
        </p:blipFill>
        <p:spPr>
          <a:xfrm>
            <a:off x="4301139" y="1439526"/>
            <a:ext cx="568257" cy="465277"/>
          </a:xfrm>
          <a:prstGeom prst="rect">
            <a:avLst/>
          </a:prstGeom>
        </p:spPr>
      </p:pic>
      <p:pic>
        <p:nvPicPr>
          <p:cNvPr id="87" name="图片 86" descr="AP故障-蓝.pn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3097106" y="1425665"/>
            <a:ext cx="539607" cy="441817"/>
          </a:xfrm>
          <a:prstGeom prst="rect">
            <a:avLst/>
          </a:prstGeom>
        </p:spPr>
      </p:pic>
      <p:pic>
        <p:nvPicPr>
          <p:cNvPr id="88" name="图片 87" descr="AP-蓝.png"/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1884256" y="1425665"/>
            <a:ext cx="539607" cy="441817"/>
          </a:xfrm>
          <a:prstGeom prst="rect">
            <a:avLst/>
          </a:prstGeom>
        </p:spPr>
      </p:pic>
      <p:pic>
        <p:nvPicPr>
          <p:cNvPr id="89" name="图片 88" descr="大型网管-蓝.png"/>
          <p:cNvPicPr>
            <a:picLocks noChangeAspect="1"/>
          </p:cNvPicPr>
          <p:nvPr/>
        </p:nvPicPr>
        <p:blipFill>
          <a:blip r:embed="rId15" cstate="print"/>
          <a:stretch>
            <a:fillRect/>
          </a:stretch>
        </p:blipFill>
        <p:spPr>
          <a:xfrm>
            <a:off x="5567745" y="1444127"/>
            <a:ext cx="558141" cy="456993"/>
          </a:xfrm>
          <a:prstGeom prst="rect">
            <a:avLst/>
          </a:prstGeom>
        </p:spPr>
      </p:pic>
      <p:pic>
        <p:nvPicPr>
          <p:cNvPr id="90" name="图片 89" descr="通用网管-蓝.png"/>
          <p:cNvPicPr>
            <a:picLocks noChangeAspect="1"/>
          </p:cNvPicPr>
          <p:nvPr/>
        </p:nvPicPr>
        <p:blipFill>
          <a:blip r:embed="rId16" cstate="print"/>
          <a:stretch>
            <a:fillRect/>
          </a:stretch>
        </p:blipFill>
        <p:spPr>
          <a:xfrm>
            <a:off x="6726804" y="1447603"/>
            <a:ext cx="559957" cy="458480"/>
          </a:xfrm>
          <a:prstGeom prst="rect">
            <a:avLst/>
          </a:prstGeom>
        </p:spPr>
      </p:pic>
      <p:sp>
        <p:nvSpPr>
          <p:cNvPr id="91" name="TextBox 77"/>
          <p:cNvSpPr txBox="1"/>
          <p:nvPr/>
        </p:nvSpPr>
        <p:spPr>
          <a:xfrm>
            <a:off x="7854190" y="1919423"/>
            <a:ext cx="6976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商业中心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92" name="图片 91" descr="内网小型网管.png"/>
          <p:cNvPicPr>
            <a:picLocks noChangeAspect="1"/>
          </p:cNvPicPr>
          <p:nvPr/>
        </p:nvPicPr>
        <p:blipFill>
          <a:blip r:embed="rId17" cstate="print"/>
          <a:stretch>
            <a:fillRect/>
          </a:stretch>
        </p:blipFill>
        <p:spPr>
          <a:xfrm>
            <a:off x="7942943" y="1443172"/>
            <a:ext cx="539607" cy="441817"/>
          </a:xfrm>
          <a:prstGeom prst="rect">
            <a:avLst/>
          </a:prstGeom>
        </p:spPr>
      </p:pic>
      <p:sp>
        <p:nvSpPr>
          <p:cNvPr id="93" name="TextBox 79"/>
          <p:cNvSpPr txBox="1"/>
          <p:nvPr/>
        </p:nvSpPr>
        <p:spPr>
          <a:xfrm>
            <a:off x="679064" y="2876096"/>
            <a:ext cx="51809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企  业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4" name="TextBox 80"/>
          <p:cNvSpPr txBox="1"/>
          <p:nvPr/>
        </p:nvSpPr>
        <p:spPr>
          <a:xfrm>
            <a:off x="1897553" y="2876096"/>
            <a:ext cx="51809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酒  店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5" name="TextBox 81"/>
          <p:cNvSpPr txBox="1"/>
          <p:nvPr/>
        </p:nvSpPr>
        <p:spPr>
          <a:xfrm>
            <a:off x="3098942" y="2876096"/>
            <a:ext cx="51809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小  区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6" name="TextBox 82"/>
          <p:cNvSpPr txBox="1"/>
          <p:nvPr/>
        </p:nvSpPr>
        <p:spPr>
          <a:xfrm>
            <a:off x="4165719" y="2876096"/>
            <a:ext cx="82586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分支办公室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7" name="TextBox 84"/>
          <p:cNvSpPr txBox="1"/>
          <p:nvPr/>
        </p:nvSpPr>
        <p:spPr>
          <a:xfrm>
            <a:off x="5436959" y="2876096"/>
            <a:ext cx="6976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能源行业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8" name="TextBox 85"/>
          <p:cNvSpPr txBox="1"/>
          <p:nvPr/>
        </p:nvSpPr>
        <p:spPr>
          <a:xfrm>
            <a:off x="6768370" y="2876096"/>
            <a:ext cx="47320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000" dirty="0" smtClean="0">
                <a:latin typeface="微软雅黑" pitchFamily="34" charset="-122"/>
                <a:ea typeface="微软雅黑" pitchFamily="34" charset="-122"/>
              </a:rPr>
              <a:t>ATM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99" name="图片 98" descr="MA5200 BRAS-蓝.png"/>
          <p:cNvPicPr>
            <a:picLocks noChangeAspect="1"/>
          </p:cNvPicPr>
          <p:nvPr/>
        </p:nvPicPr>
        <p:blipFill>
          <a:blip r:embed="rId18" cstate="print"/>
          <a:stretch>
            <a:fillRect/>
          </a:stretch>
        </p:blipFill>
        <p:spPr>
          <a:xfrm>
            <a:off x="658147" y="2398931"/>
            <a:ext cx="540000" cy="441818"/>
          </a:xfrm>
          <a:prstGeom prst="rect">
            <a:avLst/>
          </a:prstGeom>
        </p:spPr>
      </p:pic>
      <p:pic>
        <p:nvPicPr>
          <p:cNvPr id="100" name="图片 99" descr="企业-蓝.png"/>
          <p:cNvPicPr>
            <a:picLocks noChangeAspect="1"/>
          </p:cNvPicPr>
          <p:nvPr/>
        </p:nvPicPr>
        <p:blipFill>
          <a:blip r:embed="rId19" cstate="print"/>
          <a:stretch>
            <a:fillRect/>
          </a:stretch>
        </p:blipFill>
        <p:spPr>
          <a:xfrm>
            <a:off x="3084043" y="2398931"/>
            <a:ext cx="539607" cy="441817"/>
          </a:xfrm>
          <a:prstGeom prst="rect">
            <a:avLst/>
          </a:prstGeom>
        </p:spPr>
      </p:pic>
      <p:pic>
        <p:nvPicPr>
          <p:cNvPr id="101" name="图片 100" descr="酒店-蓝.png"/>
          <p:cNvPicPr>
            <a:picLocks noChangeAspect="1"/>
          </p:cNvPicPr>
          <p:nvPr/>
        </p:nvPicPr>
        <p:blipFill>
          <a:blip r:embed="rId20" cstate="print"/>
          <a:stretch>
            <a:fillRect/>
          </a:stretch>
        </p:blipFill>
        <p:spPr>
          <a:xfrm>
            <a:off x="4296893" y="2398931"/>
            <a:ext cx="539607" cy="441817"/>
          </a:xfrm>
          <a:prstGeom prst="rect">
            <a:avLst/>
          </a:prstGeom>
        </p:spPr>
      </p:pic>
      <p:pic>
        <p:nvPicPr>
          <p:cNvPr id="102" name="图片 101" descr="住宅-蓝.png"/>
          <p:cNvPicPr>
            <a:picLocks noChangeAspect="1"/>
          </p:cNvPicPr>
          <p:nvPr/>
        </p:nvPicPr>
        <p:blipFill>
          <a:blip r:embed="rId21" cstate="print"/>
          <a:stretch>
            <a:fillRect/>
          </a:stretch>
        </p:blipFill>
        <p:spPr>
          <a:xfrm>
            <a:off x="5509743" y="2398931"/>
            <a:ext cx="539607" cy="441818"/>
          </a:xfrm>
          <a:prstGeom prst="rect">
            <a:avLst/>
          </a:prstGeom>
        </p:spPr>
      </p:pic>
      <p:pic>
        <p:nvPicPr>
          <p:cNvPr id="103" name="图片 102" descr="小区-蓝.png"/>
          <p:cNvPicPr>
            <a:picLocks noChangeAspect="1"/>
          </p:cNvPicPr>
          <p:nvPr/>
        </p:nvPicPr>
        <p:blipFill>
          <a:blip r:embed="rId22" cstate="print"/>
          <a:stretch>
            <a:fillRect/>
          </a:stretch>
        </p:blipFill>
        <p:spPr>
          <a:xfrm>
            <a:off x="6722593" y="2398931"/>
            <a:ext cx="539607" cy="441817"/>
          </a:xfrm>
          <a:prstGeom prst="rect">
            <a:avLst/>
          </a:prstGeom>
        </p:spPr>
      </p:pic>
      <p:pic>
        <p:nvPicPr>
          <p:cNvPr id="104" name="图片 103" descr="大型网管-蓝.png"/>
          <p:cNvPicPr>
            <a:picLocks noChangeAspect="1"/>
          </p:cNvPicPr>
          <p:nvPr/>
        </p:nvPicPr>
        <p:blipFill>
          <a:blip r:embed="rId23" cstate="print"/>
          <a:stretch>
            <a:fillRect/>
          </a:stretch>
        </p:blipFill>
        <p:spPr>
          <a:xfrm>
            <a:off x="665861" y="2398931"/>
            <a:ext cx="539607" cy="441817"/>
          </a:xfrm>
          <a:prstGeom prst="rect">
            <a:avLst/>
          </a:prstGeom>
        </p:spPr>
      </p:pic>
      <p:sp>
        <p:nvSpPr>
          <p:cNvPr id="105" name="TextBox 106"/>
          <p:cNvSpPr txBox="1"/>
          <p:nvPr/>
        </p:nvSpPr>
        <p:spPr>
          <a:xfrm>
            <a:off x="7989676" y="2876096"/>
            <a:ext cx="51809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住  宅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802162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图片 58" descr="办公楼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80117" y="494322"/>
            <a:ext cx="540000" cy="441818"/>
          </a:xfrm>
          <a:prstGeom prst="rect">
            <a:avLst/>
          </a:prstGeom>
        </p:spPr>
      </p:pic>
      <p:pic>
        <p:nvPicPr>
          <p:cNvPr id="63" name="图片 62" descr="Hotel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870999" y="2395006"/>
            <a:ext cx="540000" cy="441818"/>
          </a:xfrm>
          <a:prstGeom prst="rect">
            <a:avLst/>
          </a:prstGeom>
        </p:spPr>
      </p:pic>
      <p:pic>
        <p:nvPicPr>
          <p:cNvPr id="64" name="图片 63" descr="住宅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7978525" y="2394313"/>
            <a:ext cx="540000" cy="441818"/>
          </a:xfrm>
          <a:prstGeom prst="rect">
            <a:avLst/>
          </a:prstGeom>
        </p:spPr>
      </p:pic>
      <p:pic>
        <p:nvPicPr>
          <p:cNvPr id="65" name="图片 64" descr="分光器-蓝.pn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322823" y="495509"/>
            <a:ext cx="539999" cy="438311"/>
          </a:xfrm>
          <a:prstGeom prst="rect">
            <a:avLst/>
          </a:prstGeom>
        </p:spPr>
      </p:pic>
      <p:pic>
        <p:nvPicPr>
          <p:cNvPr id="66" name="图片 65" descr="HUB.pn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3109973" y="495509"/>
            <a:ext cx="539999" cy="438311"/>
          </a:xfrm>
          <a:prstGeom prst="rect">
            <a:avLst/>
          </a:prstGeom>
        </p:spPr>
      </p:pic>
      <p:pic>
        <p:nvPicPr>
          <p:cNvPr id="67" name="图片 66" descr="通用服务器-蓝.pn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1897123" y="495509"/>
            <a:ext cx="539999" cy="438311"/>
          </a:xfrm>
          <a:prstGeom prst="rect">
            <a:avLst/>
          </a:prstGeom>
        </p:spPr>
      </p:pic>
      <p:pic>
        <p:nvPicPr>
          <p:cNvPr id="68" name="图片 67" descr="防火墙-蓝.pn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671209" y="1427420"/>
            <a:ext cx="539999" cy="438311"/>
          </a:xfrm>
          <a:prstGeom prst="rect">
            <a:avLst/>
          </a:prstGeom>
        </p:spPr>
      </p:pic>
      <p:pic>
        <p:nvPicPr>
          <p:cNvPr id="69" name="图片 68" descr="打印服务器-蓝.png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7910031" y="493423"/>
            <a:ext cx="539999" cy="438311"/>
          </a:xfrm>
          <a:prstGeom prst="rect">
            <a:avLst/>
          </a:prstGeom>
        </p:spPr>
      </p:pic>
      <p:pic>
        <p:nvPicPr>
          <p:cNvPr id="70" name="图片 69" descr="邮件服务器-蓝.png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6741991" y="495509"/>
            <a:ext cx="539999" cy="438311"/>
          </a:xfrm>
          <a:prstGeom prst="rect">
            <a:avLst/>
          </a:prstGeom>
        </p:spPr>
      </p:pic>
      <p:pic>
        <p:nvPicPr>
          <p:cNvPr id="71" name="图片 70" descr="AC-蓝.png"/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4302446" y="1444840"/>
            <a:ext cx="540000" cy="438311"/>
          </a:xfrm>
          <a:prstGeom prst="rect">
            <a:avLst/>
          </a:prstGeom>
        </p:spPr>
      </p:pic>
      <p:pic>
        <p:nvPicPr>
          <p:cNvPr id="72" name="图片 71" descr="AP故障-蓝.png"/>
          <p:cNvPicPr>
            <a:picLocks noChangeAspect="1"/>
          </p:cNvPicPr>
          <p:nvPr/>
        </p:nvPicPr>
        <p:blipFill>
          <a:blip r:embed="rId12" cstate="print"/>
          <a:stretch>
            <a:fillRect/>
          </a:stretch>
        </p:blipFill>
        <p:spPr>
          <a:xfrm>
            <a:off x="3090379" y="1420886"/>
            <a:ext cx="539999" cy="438311"/>
          </a:xfrm>
          <a:prstGeom prst="rect">
            <a:avLst/>
          </a:prstGeom>
        </p:spPr>
      </p:pic>
      <p:pic>
        <p:nvPicPr>
          <p:cNvPr id="73" name="图片 72" descr="AP-蓝.pn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1877530" y="1420885"/>
            <a:ext cx="539999" cy="438311"/>
          </a:xfrm>
          <a:prstGeom prst="rect">
            <a:avLst/>
          </a:prstGeom>
        </p:spPr>
      </p:pic>
      <p:pic>
        <p:nvPicPr>
          <p:cNvPr id="74" name="图片 73" descr="MA5200 BRAS-蓝.png"/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664679" y="2398514"/>
            <a:ext cx="539999" cy="438311"/>
          </a:xfrm>
          <a:prstGeom prst="rect">
            <a:avLst/>
          </a:prstGeom>
        </p:spPr>
      </p:pic>
      <p:pic>
        <p:nvPicPr>
          <p:cNvPr id="75" name="图片 74" descr="酒店-蓝.png"/>
          <p:cNvPicPr>
            <a:picLocks noChangeAspect="1"/>
          </p:cNvPicPr>
          <p:nvPr/>
        </p:nvPicPr>
        <p:blipFill>
          <a:blip r:embed="rId15" cstate="print"/>
          <a:stretch>
            <a:fillRect/>
          </a:stretch>
        </p:blipFill>
        <p:spPr>
          <a:xfrm>
            <a:off x="3082446" y="2398513"/>
            <a:ext cx="539999" cy="438311"/>
          </a:xfrm>
          <a:prstGeom prst="rect">
            <a:avLst/>
          </a:prstGeom>
        </p:spPr>
      </p:pic>
      <p:pic>
        <p:nvPicPr>
          <p:cNvPr id="76" name="图片 75" descr="住宅-蓝.png"/>
          <p:cNvPicPr>
            <a:picLocks noChangeAspect="1"/>
          </p:cNvPicPr>
          <p:nvPr/>
        </p:nvPicPr>
        <p:blipFill>
          <a:blip r:embed="rId16" cstate="print"/>
          <a:stretch>
            <a:fillRect/>
          </a:stretch>
        </p:blipFill>
        <p:spPr>
          <a:xfrm>
            <a:off x="4295297" y="2398513"/>
            <a:ext cx="539999" cy="438311"/>
          </a:xfrm>
          <a:prstGeom prst="rect">
            <a:avLst/>
          </a:prstGeom>
        </p:spPr>
      </p:pic>
      <p:pic>
        <p:nvPicPr>
          <p:cNvPr id="77" name="图片 76" descr="小区-蓝.png"/>
          <p:cNvPicPr>
            <a:picLocks noChangeAspect="1"/>
          </p:cNvPicPr>
          <p:nvPr/>
        </p:nvPicPr>
        <p:blipFill>
          <a:blip r:embed="rId17" cstate="print"/>
          <a:stretch>
            <a:fillRect/>
          </a:stretch>
        </p:blipFill>
        <p:spPr>
          <a:xfrm>
            <a:off x="5506386" y="2388419"/>
            <a:ext cx="539999" cy="438311"/>
          </a:xfrm>
          <a:prstGeom prst="rect">
            <a:avLst/>
          </a:prstGeom>
        </p:spPr>
      </p:pic>
      <p:pic>
        <p:nvPicPr>
          <p:cNvPr id="78" name="图片 77" descr="互联网-蓝.png"/>
          <p:cNvPicPr>
            <a:picLocks noChangeAspect="1"/>
          </p:cNvPicPr>
          <p:nvPr/>
        </p:nvPicPr>
        <p:blipFill>
          <a:blip r:embed="rId18" cstate="print"/>
          <a:stretch>
            <a:fillRect/>
          </a:stretch>
        </p:blipFill>
        <p:spPr>
          <a:xfrm>
            <a:off x="5535673" y="495509"/>
            <a:ext cx="539999" cy="438311"/>
          </a:xfrm>
          <a:prstGeom prst="rect">
            <a:avLst/>
          </a:prstGeom>
        </p:spPr>
      </p:pic>
      <p:pic>
        <p:nvPicPr>
          <p:cNvPr id="79" name="图片 78" descr="内网小型网管.png"/>
          <p:cNvPicPr>
            <a:picLocks noChangeAspect="1"/>
          </p:cNvPicPr>
          <p:nvPr/>
        </p:nvPicPr>
        <p:blipFill>
          <a:blip r:embed="rId19" cstate="print"/>
          <a:stretch>
            <a:fillRect/>
          </a:stretch>
        </p:blipFill>
        <p:spPr>
          <a:xfrm>
            <a:off x="7936412" y="1437206"/>
            <a:ext cx="539999" cy="438311"/>
          </a:xfrm>
          <a:prstGeom prst="rect">
            <a:avLst/>
          </a:prstGeom>
        </p:spPr>
      </p:pic>
      <p:pic>
        <p:nvPicPr>
          <p:cNvPr id="80" name="图片 79" descr="AC-蓝.png"/>
          <p:cNvPicPr>
            <a:picLocks noChangeAspect="1"/>
          </p:cNvPicPr>
          <p:nvPr/>
        </p:nvPicPr>
        <p:blipFill>
          <a:blip r:embed="rId20" cstate="print"/>
          <a:stretch>
            <a:fillRect/>
          </a:stretch>
        </p:blipFill>
        <p:spPr>
          <a:xfrm>
            <a:off x="5562815" y="1441702"/>
            <a:ext cx="540000" cy="438311"/>
          </a:xfrm>
          <a:prstGeom prst="rect">
            <a:avLst/>
          </a:prstGeom>
        </p:spPr>
      </p:pic>
      <p:pic>
        <p:nvPicPr>
          <p:cNvPr id="81" name="图片 80" descr="AC-蓝.png"/>
          <p:cNvPicPr>
            <a:picLocks noChangeAspect="1"/>
          </p:cNvPicPr>
          <p:nvPr/>
        </p:nvPicPr>
        <p:blipFill>
          <a:blip r:embed="rId21" cstate="print"/>
          <a:stretch>
            <a:fillRect/>
          </a:stretch>
        </p:blipFill>
        <p:spPr>
          <a:xfrm>
            <a:off x="6728046" y="1446453"/>
            <a:ext cx="540000" cy="438311"/>
          </a:xfrm>
          <a:prstGeom prst="rect">
            <a:avLst/>
          </a:prstGeom>
        </p:spPr>
      </p:pic>
      <p:pic>
        <p:nvPicPr>
          <p:cNvPr id="82" name="图片 81" descr="小区-蓝.png"/>
          <p:cNvPicPr>
            <a:picLocks noChangeAspect="1"/>
          </p:cNvPicPr>
          <p:nvPr/>
        </p:nvPicPr>
        <p:blipFill>
          <a:blip r:embed="rId22" cstate="print"/>
          <a:stretch>
            <a:fillRect/>
          </a:stretch>
        </p:blipFill>
        <p:spPr>
          <a:xfrm>
            <a:off x="6727168" y="2403066"/>
            <a:ext cx="539999" cy="438310"/>
          </a:xfrm>
          <a:prstGeom prst="rect">
            <a:avLst/>
          </a:prstGeom>
        </p:spPr>
      </p:pic>
      <p:sp>
        <p:nvSpPr>
          <p:cNvPr id="83" name="TextBox 107"/>
          <p:cNvSpPr txBox="1"/>
          <p:nvPr/>
        </p:nvSpPr>
        <p:spPr>
          <a:xfrm>
            <a:off x="574771" y="78372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 smtClean="0">
                <a:latin typeface="微软雅黑" pitchFamily="34" charset="-122"/>
                <a:ea typeface="微软雅黑" pitchFamily="34" charset="-122"/>
              </a:rPr>
              <a:t>建筑</a:t>
            </a:r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4" name="TextBox 108"/>
          <p:cNvSpPr txBox="1"/>
          <p:nvPr/>
        </p:nvSpPr>
        <p:spPr>
          <a:xfrm>
            <a:off x="679542" y="970916"/>
            <a:ext cx="56938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办公楼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5" name="TextBox 109"/>
          <p:cNvSpPr txBox="1"/>
          <p:nvPr/>
        </p:nvSpPr>
        <p:spPr>
          <a:xfrm>
            <a:off x="1962153" y="970916"/>
            <a:ext cx="44114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银行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6" name="TextBox 110"/>
          <p:cNvSpPr txBox="1"/>
          <p:nvPr/>
        </p:nvSpPr>
        <p:spPr>
          <a:xfrm>
            <a:off x="3105772" y="970916"/>
            <a:ext cx="56938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公安局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7" name="TextBox 111"/>
          <p:cNvSpPr txBox="1"/>
          <p:nvPr/>
        </p:nvSpPr>
        <p:spPr>
          <a:xfrm>
            <a:off x="4320086" y="970916"/>
            <a:ext cx="56938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公检法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8" name="TextBox 112"/>
          <p:cNvSpPr txBox="1"/>
          <p:nvPr/>
        </p:nvSpPr>
        <p:spPr>
          <a:xfrm>
            <a:off x="5572091" y="970916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教 育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9" name="TextBox 113"/>
          <p:cNvSpPr txBox="1"/>
          <p:nvPr/>
        </p:nvSpPr>
        <p:spPr>
          <a:xfrm>
            <a:off x="6791292" y="970916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贸 易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0" name="TextBox 114"/>
          <p:cNvSpPr txBox="1"/>
          <p:nvPr/>
        </p:nvSpPr>
        <p:spPr>
          <a:xfrm>
            <a:off x="7917831" y="970916"/>
            <a:ext cx="51809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交  通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1" name="TextBox 115"/>
          <p:cNvSpPr txBox="1"/>
          <p:nvPr/>
        </p:nvSpPr>
        <p:spPr>
          <a:xfrm>
            <a:off x="711362" y="1911441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电 力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2" name="TextBox 116"/>
          <p:cNvSpPr txBox="1"/>
          <p:nvPr/>
        </p:nvSpPr>
        <p:spPr>
          <a:xfrm>
            <a:off x="1820847" y="1911441"/>
            <a:ext cx="6976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公共事业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3" name="TextBox 117"/>
          <p:cNvSpPr txBox="1"/>
          <p:nvPr/>
        </p:nvSpPr>
        <p:spPr>
          <a:xfrm>
            <a:off x="3092707" y="1911441"/>
            <a:ext cx="56938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零售业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4" name="TextBox 118"/>
          <p:cNvSpPr txBox="1"/>
          <p:nvPr/>
        </p:nvSpPr>
        <p:spPr>
          <a:xfrm>
            <a:off x="4351907" y="1911441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金 融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5" name="TextBox 119"/>
          <p:cNvSpPr txBox="1"/>
          <p:nvPr/>
        </p:nvSpPr>
        <p:spPr>
          <a:xfrm>
            <a:off x="5514143" y="1911441"/>
            <a:ext cx="5693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制造业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6" name="TextBox 120"/>
          <p:cNvSpPr txBox="1"/>
          <p:nvPr/>
        </p:nvSpPr>
        <p:spPr>
          <a:xfrm>
            <a:off x="6778227" y="1911441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政 府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7" name="TextBox 121"/>
          <p:cNvSpPr txBox="1"/>
          <p:nvPr/>
        </p:nvSpPr>
        <p:spPr>
          <a:xfrm>
            <a:off x="7854190" y="1919423"/>
            <a:ext cx="6976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商业中心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8" name="TextBox 122"/>
          <p:cNvSpPr txBox="1"/>
          <p:nvPr/>
        </p:nvSpPr>
        <p:spPr>
          <a:xfrm>
            <a:off x="679064" y="2876096"/>
            <a:ext cx="51809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企  业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9" name="TextBox 123"/>
          <p:cNvSpPr txBox="1"/>
          <p:nvPr/>
        </p:nvSpPr>
        <p:spPr>
          <a:xfrm>
            <a:off x="1897553" y="2876096"/>
            <a:ext cx="51809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酒  店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0" name="TextBox 124"/>
          <p:cNvSpPr txBox="1"/>
          <p:nvPr/>
        </p:nvSpPr>
        <p:spPr>
          <a:xfrm>
            <a:off x="3098942" y="2876096"/>
            <a:ext cx="51809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小  区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1" name="TextBox 125"/>
          <p:cNvSpPr txBox="1"/>
          <p:nvPr/>
        </p:nvSpPr>
        <p:spPr>
          <a:xfrm>
            <a:off x="4165719" y="2876096"/>
            <a:ext cx="82586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分支办公室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2" name="TextBox 126"/>
          <p:cNvSpPr txBox="1"/>
          <p:nvPr/>
        </p:nvSpPr>
        <p:spPr>
          <a:xfrm>
            <a:off x="5436959" y="2876096"/>
            <a:ext cx="6976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能源行业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3" name="TextBox 127"/>
          <p:cNvSpPr txBox="1"/>
          <p:nvPr/>
        </p:nvSpPr>
        <p:spPr>
          <a:xfrm>
            <a:off x="6768370" y="2876096"/>
            <a:ext cx="47320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000" dirty="0" smtClean="0">
                <a:latin typeface="微软雅黑" pitchFamily="34" charset="-122"/>
                <a:ea typeface="微软雅黑" pitchFamily="34" charset="-122"/>
              </a:rPr>
              <a:t>ATM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4" name="TextBox 128"/>
          <p:cNvSpPr txBox="1"/>
          <p:nvPr/>
        </p:nvSpPr>
        <p:spPr>
          <a:xfrm>
            <a:off x="7989676" y="2876096"/>
            <a:ext cx="51809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住  宅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03106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图片 58" descr="地铁车头左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51734" y="2677654"/>
            <a:ext cx="540000" cy="441818"/>
          </a:xfrm>
          <a:prstGeom prst="rect">
            <a:avLst/>
          </a:prstGeom>
        </p:spPr>
      </p:pic>
      <p:pic>
        <p:nvPicPr>
          <p:cNvPr id="63" name="图片 62" descr="地铁车头右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744010" y="1552694"/>
            <a:ext cx="540000" cy="441818"/>
          </a:xfrm>
          <a:prstGeom prst="rect">
            <a:avLst/>
          </a:prstGeom>
        </p:spPr>
      </p:pic>
      <p:pic>
        <p:nvPicPr>
          <p:cNvPr id="64" name="图片 63" descr="光纤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5496711" y="1503603"/>
            <a:ext cx="540000" cy="540000"/>
          </a:xfrm>
          <a:prstGeom prst="rect">
            <a:avLst/>
          </a:prstGeom>
        </p:spPr>
      </p:pic>
      <p:pic>
        <p:nvPicPr>
          <p:cNvPr id="65" name="图片 64" descr="分光器.pn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843495" y="1552694"/>
            <a:ext cx="540000" cy="441818"/>
          </a:xfrm>
          <a:prstGeom prst="rect">
            <a:avLst/>
          </a:prstGeom>
        </p:spPr>
      </p:pic>
      <p:pic>
        <p:nvPicPr>
          <p:cNvPr id="66" name="图片 65" descr="封闭网络-蓝.pn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4248600" y="1552694"/>
            <a:ext cx="539607" cy="441818"/>
          </a:xfrm>
          <a:prstGeom prst="rect">
            <a:avLst/>
          </a:prstGeom>
        </p:spPr>
      </p:pic>
      <p:pic>
        <p:nvPicPr>
          <p:cNvPr id="67" name="图片 66" descr="开放网络-蓝.pn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3041481" y="1552694"/>
            <a:ext cx="539607" cy="441818"/>
          </a:xfrm>
          <a:prstGeom prst="rect">
            <a:avLst/>
          </a:prstGeom>
        </p:spPr>
      </p:pic>
      <p:pic>
        <p:nvPicPr>
          <p:cNvPr id="68" name="图片 67" descr="云计算-蓝.pn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651931" y="1552694"/>
            <a:ext cx="539607" cy="441818"/>
          </a:xfrm>
          <a:prstGeom prst="rect">
            <a:avLst/>
          </a:prstGeom>
        </p:spPr>
      </p:pic>
      <p:sp>
        <p:nvSpPr>
          <p:cNvPr id="69" name="TextBox 100"/>
          <p:cNvSpPr txBox="1"/>
          <p:nvPr/>
        </p:nvSpPr>
        <p:spPr>
          <a:xfrm>
            <a:off x="734022" y="2060575"/>
            <a:ext cx="37542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000" dirty="0" smtClean="0">
                <a:latin typeface="微软雅黑" pitchFamily="34" charset="-122"/>
                <a:ea typeface="微软雅黑" pitchFamily="34" charset="-122"/>
              </a:rPr>
              <a:t>IPS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0" name="TextBox 103"/>
          <p:cNvSpPr txBox="1"/>
          <p:nvPr/>
        </p:nvSpPr>
        <p:spPr>
          <a:xfrm>
            <a:off x="1814107" y="2060575"/>
            <a:ext cx="56938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分光器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1" name="TextBox 106"/>
          <p:cNvSpPr txBox="1"/>
          <p:nvPr/>
        </p:nvSpPr>
        <p:spPr>
          <a:xfrm>
            <a:off x="2580154" y="2060575"/>
            <a:ext cx="146226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000" dirty="0" smtClean="0">
                <a:latin typeface="微软雅黑" pitchFamily="34" charset="-122"/>
                <a:ea typeface="微软雅黑" pitchFamily="34" charset="-122"/>
              </a:rPr>
              <a:t>MSCG</a:t>
            </a:r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多业务控制网关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2" name="TextBox 122"/>
          <p:cNvSpPr txBox="1"/>
          <p:nvPr/>
        </p:nvSpPr>
        <p:spPr>
          <a:xfrm>
            <a:off x="3977230" y="2060575"/>
            <a:ext cx="108234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000" dirty="0" smtClean="0">
                <a:latin typeface="微软雅黑" pitchFamily="34" charset="-122"/>
                <a:ea typeface="微软雅黑" pitchFamily="34" charset="-122"/>
              </a:rPr>
              <a:t>MA5200/BRAS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3" name="TextBox 123"/>
          <p:cNvSpPr txBox="1"/>
          <p:nvPr/>
        </p:nvSpPr>
        <p:spPr>
          <a:xfrm>
            <a:off x="5546138" y="2060575"/>
            <a:ext cx="44114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光纤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4" name="TextBox 125"/>
          <p:cNvSpPr txBox="1"/>
          <p:nvPr/>
        </p:nvSpPr>
        <p:spPr>
          <a:xfrm>
            <a:off x="6557796" y="2022475"/>
            <a:ext cx="9124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地铁车头</a:t>
            </a:r>
            <a:r>
              <a:rPr lang="en-US" altLang="zh-CN" sz="1000" dirty="0" smtClean="0">
                <a:latin typeface="微软雅黑" pitchFamily="34" charset="-122"/>
                <a:ea typeface="微软雅黑" pitchFamily="34" charset="-122"/>
              </a:rPr>
              <a:t>(</a:t>
            </a:r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右</a:t>
            </a:r>
            <a:r>
              <a:rPr lang="en-US" altLang="zh-CN" sz="1000" dirty="0" smtClean="0">
                <a:latin typeface="微软雅黑" pitchFamily="34" charset="-122"/>
                <a:ea typeface="微软雅黑" pitchFamily="34" charset="-122"/>
              </a:rPr>
              <a:t>)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75" name="图片 74" descr="存储阵列-蓝.png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6744207" y="472943"/>
            <a:ext cx="539607" cy="441818"/>
          </a:xfrm>
          <a:prstGeom prst="rect">
            <a:avLst/>
          </a:prstGeom>
        </p:spPr>
      </p:pic>
      <p:pic>
        <p:nvPicPr>
          <p:cNvPr id="76" name="图片 75" descr="数据库.png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5496908" y="476249"/>
            <a:ext cx="539607" cy="441818"/>
          </a:xfrm>
          <a:prstGeom prst="rect">
            <a:avLst/>
          </a:prstGeom>
        </p:spPr>
      </p:pic>
      <p:sp>
        <p:nvSpPr>
          <p:cNvPr id="77" name="TextBox 91"/>
          <p:cNvSpPr txBox="1"/>
          <p:nvPr/>
        </p:nvSpPr>
        <p:spPr>
          <a:xfrm>
            <a:off x="5241567" y="949325"/>
            <a:ext cx="105028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 err="1" smtClean="0">
                <a:latin typeface="微软雅黑" pitchFamily="34" charset="-122"/>
                <a:ea typeface="微软雅黑" pitchFamily="34" charset="-122"/>
              </a:rPr>
              <a:t>AeroScoutTag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8" name="TextBox 94"/>
          <p:cNvSpPr txBox="1"/>
          <p:nvPr/>
        </p:nvSpPr>
        <p:spPr>
          <a:xfrm>
            <a:off x="6788628" y="956763"/>
            <a:ext cx="45076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000" dirty="0" smtClean="0">
                <a:latin typeface="微软雅黑" pitchFamily="34" charset="-122"/>
                <a:ea typeface="微软雅黑" pitchFamily="34" charset="-122"/>
              </a:rPr>
              <a:t>BITS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79" name="图片 78" descr="业务型无线虚链路-蓝.png"/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1862938" y="2677654"/>
            <a:ext cx="539607" cy="441818"/>
          </a:xfrm>
          <a:prstGeom prst="rect">
            <a:avLst/>
          </a:prstGeom>
        </p:spPr>
      </p:pic>
      <p:pic>
        <p:nvPicPr>
          <p:cNvPr id="80" name="图片 79" descr="故障链路.png"/>
          <p:cNvPicPr>
            <a:picLocks noChangeAspect="1"/>
          </p:cNvPicPr>
          <p:nvPr/>
        </p:nvPicPr>
        <p:blipFill>
          <a:blip r:embed="rId12" cstate="print"/>
          <a:stretch>
            <a:fillRect/>
          </a:stretch>
        </p:blipFill>
        <p:spPr>
          <a:xfrm>
            <a:off x="3041284" y="2678455"/>
            <a:ext cx="540000" cy="440216"/>
          </a:xfrm>
          <a:prstGeom prst="rect">
            <a:avLst/>
          </a:prstGeom>
        </p:spPr>
      </p:pic>
      <p:pic>
        <p:nvPicPr>
          <p:cNvPr id="81" name="图片 80" descr="SAN网络-蓝.pn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4267257" y="2678455"/>
            <a:ext cx="540000" cy="440216"/>
          </a:xfrm>
          <a:prstGeom prst="rect">
            <a:avLst/>
          </a:prstGeom>
        </p:spPr>
      </p:pic>
      <p:pic>
        <p:nvPicPr>
          <p:cNvPr id="82" name="图片 81" descr="无线网卡-蓝.png"/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5496711" y="2678455"/>
            <a:ext cx="540000" cy="440216"/>
          </a:xfrm>
          <a:prstGeom prst="rect">
            <a:avLst/>
          </a:prstGeom>
        </p:spPr>
      </p:pic>
      <p:pic>
        <p:nvPicPr>
          <p:cNvPr id="83" name="图片 82" descr="大型网管-蓝.png"/>
          <p:cNvPicPr>
            <a:picLocks noChangeAspect="1"/>
          </p:cNvPicPr>
          <p:nvPr/>
        </p:nvPicPr>
        <p:blipFill>
          <a:blip r:embed="rId15" cstate="print"/>
          <a:stretch>
            <a:fillRect/>
          </a:stretch>
        </p:blipFill>
        <p:spPr>
          <a:xfrm>
            <a:off x="1862545" y="3852215"/>
            <a:ext cx="540000" cy="141484"/>
          </a:xfrm>
          <a:prstGeom prst="rect">
            <a:avLst/>
          </a:prstGeom>
        </p:spPr>
      </p:pic>
      <p:sp>
        <p:nvSpPr>
          <p:cNvPr id="84" name="TextBox 59"/>
          <p:cNvSpPr txBox="1"/>
          <p:nvPr/>
        </p:nvSpPr>
        <p:spPr>
          <a:xfrm>
            <a:off x="1674342" y="4195016"/>
            <a:ext cx="109196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000" dirty="0" err="1" smtClean="0">
                <a:latin typeface="微软雅黑" pitchFamily="34" charset="-122"/>
                <a:ea typeface="微软雅黑" pitchFamily="34" charset="-122"/>
              </a:rPr>
              <a:t>Queue+packet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85" name="图片 84" descr="存储服务器-蓝.png"/>
          <p:cNvPicPr>
            <a:picLocks noChangeAspect="1"/>
          </p:cNvPicPr>
          <p:nvPr/>
        </p:nvPicPr>
        <p:blipFill>
          <a:blip r:embed="rId16" cstate="print"/>
          <a:stretch>
            <a:fillRect/>
          </a:stretch>
        </p:blipFill>
        <p:spPr>
          <a:xfrm>
            <a:off x="651931" y="483920"/>
            <a:ext cx="539607" cy="441818"/>
          </a:xfrm>
          <a:prstGeom prst="rect">
            <a:avLst/>
          </a:prstGeom>
        </p:spPr>
      </p:pic>
      <p:pic>
        <p:nvPicPr>
          <p:cNvPr id="86" name="图片 85" descr="SOC服务器.png"/>
          <p:cNvPicPr>
            <a:picLocks noChangeAspect="1"/>
          </p:cNvPicPr>
          <p:nvPr/>
        </p:nvPicPr>
        <p:blipFill>
          <a:blip r:embed="rId17" cstate="print"/>
          <a:stretch>
            <a:fillRect/>
          </a:stretch>
        </p:blipFill>
        <p:spPr>
          <a:xfrm>
            <a:off x="3041481" y="476249"/>
            <a:ext cx="539607" cy="441818"/>
          </a:xfrm>
          <a:prstGeom prst="rect">
            <a:avLst/>
          </a:prstGeom>
        </p:spPr>
      </p:pic>
      <p:pic>
        <p:nvPicPr>
          <p:cNvPr id="87" name="图片 86" descr="组播服务器.png"/>
          <p:cNvPicPr>
            <a:picLocks noChangeAspect="1"/>
          </p:cNvPicPr>
          <p:nvPr/>
        </p:nvPicPr>
        <p:blipFill>
          <a:blip r:embed="rId18" cstate="print"/>
          <a:stretch>
            <a:fillRect/>
          </a:stretch>
        </p:blipFill>
        <p:spPr>
          <a:xfrm>
            <a:off x="1880656" y="476249"/>
            <a:ext cx="539607" cy="441818"/>
          </a:xfrm>
          <a:prstGeom prst="rect">
            <a:avLst/>
          </a:prstGeom>
        </p:spPr>
      </p:pic>
      <p:pic>
        <p:nvPicPr>
          <p:cNvPr id="88" name="图片 87" descr="Web服务器-蓝.png"/>
          <p:cNvPicPr>
            <a:picLocks noChangeAspect="1"/>
          </p:cNvPicPr>
          <p:nvPr/>
        </p:nvPicPr>
        <p:blipFill>
          <a:blip r:embed="rId19" cstate="print"/>
          <a:stretch>
            <a:fillRect/>
          </a:stretch>
        </p:blipFill>
        <p:spPr>
          <a:xfrm>
            <a:off x="4295786" y="472160"/>
            <a:ext cx="539607" cy="441818"/>
          </a:xfrm>
          <a:prstGeom prst="rect">
            <a:avLst/>
          </a:prstGeom>
        </p:spPr>
      </p:pic>
      <p:sp>
        <p:nvSpPr>
          <p:cNvPr id="89" name="TextBox 80"/>
          <p:cNvSpPr txBox="1"/>
          <p:nvPr/>
        </p:nvSpPr>
        <p:spPr>
          <a:xfrm>
            <a:off x="722000" y="949325"/>
            <a:ext cx="39946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000" dirty="0" smtClean="0">
                <a:latin typeface="微软雅黑" pitchFamily="34" charset="-122"/>
                <a:ea typeface="微软雅黑" pitchFamily="34" charset="-122"/>
              </a:rPr>
              <a:t>DPI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0" name="TextBox 82"/>
          <p:cNvSpPr txBox="1"/>
          <p:nvPr/>
        </p:nvSpPr>
        <p:spPr>
          <a:xfrm>
            <a:off x="1919466" y="961200"/>
            <a:ext cx="46198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000" dirty="0" smtClean="0">
                <a:latin typeface="微软雅黑" pitchFamily="34" charset="-122"/>
                <a:ea typeface="微软雅黑" pitchFamily="34" charset="-122"/>
              </a:rPr>
              <a:t>IPTV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1" name="TextBox 83"/>
          <p:cNvSpPr txBox="1"/>
          <p:nvPr/>
        </p:nvSpPr>
        <p:spPr>
          <a:xfrm>
            <a:off x="2978501" y="943387"/>
            <a:ext cx="66556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 smtClean="0">
                <a:latin typeface="微软雅黑" pitchFamily="34" charset="-122"/>
                <a:ea typeface="微软雅黑" pitchFamily="34" charset="-122"/>
              </a:rPr>
              <a:t>Modem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2" name="TextBox 85"/>
          <p:cNvSpPr txBox="1"/>
          <p:nvPr/>
        </p:nvSpPr>
        <p:spPr>
          <a:xfrm>
            <a:off x="4359444" y="949325"/>
            <a:ext cx="41229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000" dirty="0" smtClean="0">
                <a:latin typeface="微软雅黑" pitchFamily="34" charset="-122"/>
                <a:ea typeface="微软雅黑" pitchFamily="34" charset="-122"/>
              </a:rPr>
              <a:t>STB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3" name="TextBox 126"/>
          <p:cNvSpPr txBox="1"/>
          <p:nvPr/>
        </p:nvSpPr>
        <p:spPr>
          <a:xfrm>
            <a:off x="465520" y="3176729"/>
            <a:ext cx="9124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地铁车头</a:t>
            </a:r>
            <a:r>
              <a:rPr lang="en-US" altLang="zh-CN" sz="1000" dirty="0" smtClean="0">
                <a:latin typeface="微软雅黑" pitchFamily="34" charset="-122"/>
                <a:ea typeface="微软雅黑" pitchFamily="34" charset="-122"/>
              </a:rPr>
              <a:t>(</a:t>
            </a:r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左</a:t>
            </a:r>
            <a:r>
              <a:rPr lang="en-US" altLang="zh-CN" sz="1000" dirty="0" smtClean="0">
                <a:latin typeface="微软雅黑" pitchFamily="34" charset="-122"/>
                <a:ea typeface="微软雅黑" pitchFamily="34" charset="-122"/>
              </a:rPr>
              <a:t>)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4" name="TextBox 129"/>
          <p:cNvSpPr txBox="1"/>
          <p:nvPr/>
        </p:nvSpPr>
        <p:spPr>
          <a:xfrm>
            <a:off x="1922926" y="3176729"/>
            <a:ext cx="47961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老 板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5" name="TextBox 130"/>
          <p:cNvSpPr txBox="1"/>
          <p:nvPr/>
        </p:nvSpPr>
        <p:spPr>
          <a:xfrm>
            <a:off x="3052239" y="3176729"/>
            <a:ext cx="51809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民  警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6" name="TextBox 131"/>
          <p:cNvSpPr txBox="1"/>
          <p:nvPr/>
        </p:nvSpPr>
        <p:spPr>
          <a:xfrm>
            <a:off x="4137583" y="3176729"/>
            <a:ext cx="82586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网络摄像头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7" name="TextBox 132"/>
          <p:cNvSpPr txBox="1"/>
          <p:nvPr/>
        </p:nvSpPr>
        <p:spPr>
          <a:xfrm>
            <a:off x="5482018" y="3176729"/>
            <a:ext cx="5693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摄像头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8" name="TextBox 133"/>
          <p:cNvSpPr txBox="1"/>
          <p:nvPr/>
        </p:nvSpPr>
        <p:spPr>
          <a:xfrm>
            <a:off x="574771" y="78372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 smtClean="0">
                <a:latin typeface="微软雅黑" pitchFamily="34" charset="-122"/>
                <a:ea typeface="微软雅黑" pitchFamily="34" charset="-122"/>
              </a:rPr>
              <a:t>公共</a:t>
            </a:r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99" name="图片 98" descr="内网小型网管.png"/>
          <p:cNvPicPr>
            <a:picLocks noChangeAspect="1"/>
          </p:cNvPicPr>
          <p:nvPr/>
        </p:nvPicPr>
        <p:blipFill>
          <a:blip r:embed="rId20" cstate="print"/>
          <a:stretch>
            <a:fillRect/>
          </a:stretch>
        </p:blipFill>
        <p:spPr>
          <a:xfrm>
            <a:off x="651734" y="3763411"/>
            <a:ext cx="540000" cy="319092"/>
          </a:xfrm>
          <a:prstGeom prst="rect">
            <a:avLst/>
          </a:prstGeom>
        </p:spPr>
      </p:pic>
      <p:pic>
        <p:nvPicPr>
          <p:cNvPr id="100" name="图片 99" descr="无线网桥-蓝.png"/>
          <p:cNvPicPr>
            <a:picLocks noChangeAspect="1"/>
          </p:cNvPicPr>
          <p:nvPr/>
        </p:nvPicPr>
        <p:blipFill>
          <a:blip r:embed="rId21" cstate="print"/>
          <a:stretch>
            <a:fillRect/>
          </a:stretch>
        </p:blipFill>
        <p:spPr>
          <a:xfrm>
            <a:off x="6744010" y="2850024"/>
            <a:ext cx="540000" cy="97078"/>
          </a:xfrm>
          <a:prstGeom prst="rect">
            <a:avLst/>
          </a:prstGeom>
        </p:spPr>
      </p:pic>
      <p:sp>
        <p:nvSpPr>
          <p:cNvPr id="101" name="TextBox 137"/>
          <p:cNvSpPr txBox="1"/>
          <p:nvPr/>
        </p:nvSpPr>
        <p:spPr>
          <a:xfrm>
            <a:off x="370942" y="4195016"/>
            <a:ext cx="110158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000" dirty="0" smtClean="0">
                <a:latin typeface="微软雅黑" pitchFamily="34" charset="-122"/>
                <a:ea typeface="微软雅黑" pitchFamily="34" charset="-122"/>
              </a:rPr>
              <a:t>Packet</a:t>
            </a:r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（报文）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2" name="TextBox 138"/>
          <p:cNvSpPr txBox="1"/>
          <p:nvPr/>
        </p:nvSpPr>
        <p:spPr>
          <a:xfrm>
            <a:off x="6754965" y="3176729"/>
            <a:ext cx="51809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隧  道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103" name="图片 102" descr="装在机柜中的存储阵列-蓝.png"/>
          <p:cNvPicPr>
            <a:picLocks noChangeAspect="1"/>
          </p:cNvPicPr>
          <p:nvPr/>
        </p:nvPicPr>
        <p:blipFill>
          <a:blip r:embed="rId22" cstate="print"/>
          <a:stretch>
            <a:fillRect/>
          </a:stretch>
        </p:blipFill>
        <p:spPr>
          <a:xfrm>
            <a:off x="8005219" y="466844"/>
            <a:ext cx="539607" cy="441818"/>
          </a:xfrm>
          <a:prstGeom prst="rect">
            <a:avLst/>
          </a:prstGeom>
        </p:spPr>
      </p:pic>
      <p:sp>
        <p:nvSpPr>
          <p:cNvPr id="104" name="TextBox 65"/>
          <p:cNvSpPr txBox="1"/>
          <p:nvPr/>
        </p:nvSpPr>
        <p:spPr>
          <a:xfrm>
            <a:off x="8044831" y="974725"/>
            <a:ext cx="46038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000" dirty="0" smtClean="0">
                <a:latin typeface="微软雅黑" pitchFamily="34" charset="-122"/>
                <a:ea typeface="微软雅黑" pitchFamily="34" charset="-122"/>
              </a:rPr>
              <a:t>HUB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105" name="图片 104" descr="地铁车头左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8005022" y="1563229"/>
            <a:ext cx="540000" cy="441818"/>
          </a:xfrm>
          <a:prstGeom prst="rect">
            <a:avLst/>
          </a:prstGeom>
        </p:spPr>
      </p:pic>
      <p:sp>
        <p:nvSpPr>
          <p:cNvPr id="106" name="TextBox 73"/>
          <p:cNvSpPr txBox="1"/>
          <p:nvPr/>
        </p:nvSpPr>
        <p:spPr>
          <a:xfrm>
            <a:off x="7818808" y="2062304"/>
            <a:ext cx="9124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地铁车头</a:t>
            </a:r>
            <a:r>
              <a:rPr lang="en-US" altLang="zh-CN" sz="1000" dirty="0" smtClean="0">
                <a:latin typeface="微软雅黑" pitchFamily="34" charset="-122"/>
                <a:ea typeface="微软雅黑" pitchFamily="34" charset="-122"/>
              </a:rPr>
              <a:t>(</a:t>
            </a:r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左</a:t>
            </a:r>
            <a:r>
              <a:rPr lang="en-US" altLang="zh-CN" sz="1000" dirty="0" smtClean="0">
                <a:latin typeface="微软雅黑" pitchFamily="34" charset="-122"/>
                <a:ea typeface="微软雅黑" pitchFamily="34" charset="-122"/>
              </a:rPr>
              <a:t>)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107" name="图片 106" descr="通用网管-蓝.png"/>
          <p:cNvPicPr>
            <a:picLocks noChangeAspect="1"/>
          </p:cNvPicPr>
          <p:nvPr/>
        </p:nvPicPr>
        <p:blipFill>
          <a:blip r:embed="rId23" cstate="print"/>
          <a:stretch>
            <a:fillRect/>
          </a:stretch>
        </p:blipFill>
        <p:spPr>
          <a:xfrm>
            <a:off x="8005022" y="2827821"/>
            <a:ext cx="540000" cy="141484"/>
          </a:xfrm>
          <a:prstGeom prst="rect">
            <a:avLst/>
          </a:prstGeom>
        </p:spPr>
      </p:pic>
      <p:sp>
        <p:nvSpPr>
          <p:cNvPr id="108" name="TextBox 96"/>
          <p:cNvSpPr txBox="1"/>
          <p:nvPr/>
        </p:nvSpPr>
        <p:spPr>
          <a:xfrm>
            <a:off x="7723429" y="3176729"/>
            <a:ext cx="11031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000" dirty="0" smtClean="0">
                <a:latin typeface="微软雅黑" pitchFamily="34" charset="-122"/>
                <a:ea typeface="微软雅黑" pitchFamily="34" charset="-122"/>
              </a:rPr>
              <a:t>Queue</a:t>
            </a:r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（队列）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109" name="图片 108" descr="通道.png"/>
          <p:cNvPicPr>
            <a:picLocks noChangeAspect="1"/>
          </p:cNvPicPr>
          <p:nvPr/>
        </p:nvPicPr>
        <p:blipFill>
          <a:blip r:embed="rId24" cstate="print"/>
          <a:stretch>
            <a:fillRect/>
          </a:stretch>
        </p:blipFill>
        <p:spPr>
          <a:xfrm>
            <a:off x="3041284" y="3745585"/>
            <a:ext cx="540000" cy="354744"/>
          </a:xfrm>
          <a:prstGeom prst="rect">
            <a:avLst/>
          </a:prstGeom>
        </p:spPr>
      </p:pic>
      <p:sp>
        <p:nvSpPr>
          <p:cNvPr id="110" name="TextBox 62"/>
          <p:cNvSpPr txBox="1"/>
          <p:nvPr/>
        </p:nvSpPr>
        <p:spPr>
          <a:xfrm>
            <a:off x="3090711" y="4195016"/>
            <a:ext cx="44114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通道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111" name="图片 110" descr="研发部.png"/>
          <p:cNvPicPr>
            <a:picLocks noChangeAspect="1"/>
          </p:cNvPicPr>
          <p:nvPr/>
        </p:nvPicPr>
        <p:blipFill>
          <a:blip r:embed="rId25" cstate="print"/>
          <a:stretch>
            <a:fillRect/>
          </a:stretch>
        </p:blipFill>
        <p:spPr>
          <a:xfrm>
            <a:off x="4319812" y="3702048"/>
            <a:ext cx="540000" cy="441818"/>
          </a:xfrm>
          <a:prstGeom prst="rect">
            <a:avLst/>
          </a:prstGeom>
        </p:spPr>
      </p:pic>
      <p:sp>
        <p:nvSpPr>
          <p:cNvPr id="112" name="TextBox 71"/>
          <p:cNvSpPr txBox="1"/>
          <p:nvPr/>
        </p:nvSpPr>
        <p:spPr>
          <a:xfrm>
            <a:off x="4303847" y="4195016"/>
            <a:ext cx="56938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研发部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113" name="图片 112" descr="市场部.png"/>
          <p:cNvPicPr>
            <a:picLocks noChangeAspect="1"/>
          </p:cNvPicPr>
          <p:nvPr/>
        </p:nvPicPr>
        <p:blipFill>
          <a:blip r:embed="rId26" cstate="print"/>
          <a:stretch>
            <a:fillRect/>
          </a:stretch>
        </p:blipFill>
        <p:spPr>
          <a:xfrm>
            <a:off x="5496711" y="3702048"/>
            <a:ext cx="540000" cy="441818"/>
          </a:xfrm>
          <a:prstGeom prst="rect">
            <a:avLst/>
          </a:prstGeom>
        </p:spPr>
      </p:pic>
      <p:sp>
        <p:nvSpPr>
          <p:cNvPr id="114" name="TextBox 75"/>
          <p:cNvSpPr txBox="1"/>
          <p:nvPr/>
        </p:nvSpPr>
        <p:spPr>
          <a:xfrm>
            <a:off x="5482017" y="4195016"/>
            <a:ext cx="56938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市场部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115" name="图片 114" descr="行政部.png"/>
          <p:cNvPicPr>
            <a:picLocks noChangeAspect="1"/>
          </p:cNvPicPr>
          <p:nvPr/>
        </p:nvPicPr>
        <p:blipFill>
          <a:blip r:embed="rId27" cstate="print"/>
          <a:stretch>
            <a:fillRect/>
          </a:stretch>
        </p:blipFill>
        <p:spPr>
          <a:xfrm>
            <a:off x="6744010" y="3702048"/>
            <a:ext cx="540000" cy="441818"/>
          </a:xfrm>
          <a:prstGeom prst="rect">
            <a:avLst/>
          </a:prstGeom>
        </p:spPr>
      </p:pic>
      <p:sp>
        <p:nvSpPr>
          <p:cNvPr id="116" name="TextBox 77"/>
          <p:cNvSpPr txBox="1"/>
          <p:nvPr/>
        </p:nvSpPr>
        <p:spPr>
          <a:xfrm>
            <a:off x="6729316" y="4195016"/>
            <a:ext cx="56938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行政部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117" name="图片 116" descr="DSLAM-蓝.png"/>
          <p:cNvPicPr>
            <a:picLocks noChangeAspect="1"/>
          </p:cNvPicPr>
          <p:nvPr/>
        </p:nvPicPr>
        <p:blipFill>
          <a:blip r:embed="rId28" cstate="print"/>
          <a:stretch>
            <a:fillRect/>
          </a:stretch>
        </p:blipFill>
        <p:spPr>
          <a:xfrm>
            <a:off x="8007851" y="3682679"/>
            <a:ext cx="541201" cy="442800"/>
          </a:xfrm>
          <a:prstGeom prst="rect">
            <a:avLst/>
          </a:prstGeom>
        </p:spPr>
      </p:pic>
      <p:sp>
        <p:nvSpPr>
          <p:cNvPr id="118" name="TextBox 81"/>
          <p:cNvSpPr txBox="1"/>
          <p:nvPr/>
        </p:nvSpPr>
        <p:spPr>
          <a:xfrm>
            <a:off x="7971866" y="4195016"/>
            <a:ext cx="63671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000" dirty="0" smtClean="0">
                <a:latin typeface="微软雅黑" pitchFamily="34" charset="-122"/>
                <a:ea typeface="微软雅黑" pitchFamily="34" charset="-122"/>
              </a:rPr>
              <a:t>DSLAM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826653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图片 58" descr="地铁车头左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54947" y="2675859"/>
            <a:ext cx="540000" cy="441818"/>
          </a:xfrm>
          <a:prstGeom prst="rect">
            <a:avLst/>
          </a:prstGeom>
        </p:spPr>
      </p:pic>
      <p:pic>
        <p:nvPicPr>
          <p:cNvPr id="63" name="图片 62" descr="地铁车头右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765934" y="1597452"/>
            <a:ext cx="540000" cy="441818"/>
          </a:xfrm>
          <a:prstGeom prst="rect">
            <a:avLst/>
          </a:prstGeom>
        </p:spPr>
      </p:pic>
      <p:pic>
        <p:nvPicPr>
          <p:cNvPr id="64" name="图片 63" descr="光纤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5491607" y="1548361"/>
            <a:ext cx="540000" cy="540000"/>
          </a:xfrm>
          <a:prstGeom prst="rect">
            <a:avLst/>
          </a:prstGeom>
        </p:spPr>
      </p:pic>
      <p:pic>
        <p:nvPicPr>
          <p:cNvPr id="65" name="图片 64" descr="封闭网络-蓝.pn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292688" y="1599365"/>
            <a:ext cx="539607" cy="437992"/>
          </a:xfrm>
          <a:prstGeom prst="rect">
            <a:avLst/>
          </a:prstGeom>
        </p:spPr>
      </p:pic>
      <p:pic>
        <p:nvPicPr>
          <p:cNvPr id="66" name="图片 65" descr="开放网络-蓝.pn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3085568" y="1599365"/>
            <a:ext cx="539607" cy="437992"/>
          </a:xfrm>
          <a:prstGeom prst="rect">
            <a:avLst/>
          </a:prstGeom>
        </p:spPr>
      </p:pic>
      <p:pic>
        <p:nvPicPr>
          <p:cNvPr id="67" name="图片 66" descr="分光器.pn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1820460" y="1597452"/>
            <a:ext cx="540000" cy="441818"/>
          </a:xfrm>
          <a:prstGeom prst="rect">
            <a:avLst/>
          </a:prstGeom>
        </p:spPr>
      </p:pic>
      <p:pic>
        <p:nvPicPr>
          <p:cNvPr id="68" name="图片 67" descr="云计算-蓝.pn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655144" y="1599365"/>
            <a:ext cx="539607" cy="437992"/>
          </a:xfrm>
          <a:prstGeom prst="rect">
            <a:avLst/>
          </a:prstGeom>
        </p:spPr>
      </p:pic>
      <p:sp>
        <p:nvSpPr>
          <p:cNvPr id="69" name="TextBox 103"/>
          <p:cNvSpPr txBox="1"/>
          <p:nvPr/>
        </p:nvSpPr>
        <p:spPr>
          <a:xfrm>
            <a:off x="737235" y="2098675"/>
            <a:ext cx="37542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000" dirty="0" smtClean="0">
                <a:latin typeface="微软雅黑" pitchFamily="34" charset="-122"/>
                <a:ea typeface="微软雅黑" pitchFamily="34" charset="-122"/>
              </a:rPr>
              <a:t>IPS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0" name="TextBox 106"/>
          <p:cNvSpPr txBox="1"/>
          <p:nvPr/>
        </p:nvSpPr>
        <p:spPr>
          <a:xfrm>
            <a:off x="1805766" y="2098675"/>
            <a:ext cx="56938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分光器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1" name="TextBox 122"/>
          <p:cNvSpPr txBox="1"/>
          <p:nvPr/>
        </p:nvSpPr>
        <p:spPr>
          <a:xfrm>
            <a:off x="2624241" y="2098675"/>
            <a:ext cx="146226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000" dirty="0" smtClean="0">
                <a:latin typeface="微软雅黑" pitchFamily="34" charset="-122"/>
                <a:ea typeface="微软雅黑" pitchFamily="34" charset="-122"/>
              </a:rPr>
              <a:t>MSCG</a:t>
            </a:r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多业务控制网关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2" name="TextBox 123"/>
          <p:cNvSpPr txBox="1"/>
          <p:nvPr/>
        </p:nvSpPr>
        <p:spPr>
          <a:xfrm>
            <a:off x="4021317" y="2098675"/>
            <a:ext cx="108234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000" dirty="0" smtClean="0">
                <a:latin typeface="微软雅黑" pitchFamily="34" charset="-122"/>
                <a:ea typeface="微软雅黑" pitchFamily="34" charset="-122"/>
              </a:rPr>
              <a:t>MA5200/BRAS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3" name="TextBox 125"/>
          <p:cNvSpPr txBox="1"/>
          <p:nvPr/>
        </p:nvSpPr>
        <p:spPr>
          <a:xfrm>
            <a:off x="5502562" y="2098675"/>
            <a:ext cx="51809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地  铁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4" name="TextBox 126"/>
          <p:cNvSpPr txBox="1"/>
          <p:nvPr/>
        </p:nvSpPr>
        <p:spPr>
          <a:xfrm>
            <a:off x="6579720" y="2098675"/>
            <a:ext cx="9124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地铁车头</a:t>
            </a:r>
            <a:r>
              <a:rPr lang="en-US" altLang="zh-CN" sz="1000" dirty="0" smtClean="0">
                <a:latin typeface="微软雅黑" pitchFamily="34" charset="-122"/>
                <a:ea typeface="微软雅黑" pitchFamily="34" charset="-122"/>
              </a:rPr>
              <a:t>(</a:t>
            </a:r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右</a:t>
            </a:r>
            <a:r>
              <a:rPr lang="en-US" altLang="zh-CN" sz="1000" dirty="0" smtClean="0">
                <a:latin typeface="微软雅黑" pitchFamily="34" charset="-122"/>
                <a:ea typeface="微软雅黑" pitchFamily="34" charset="-122"/>
              </a:rPr>
              <a:t>)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75" name="图片 74" descr="存储阵列-蓝.png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6766131" y="455262"/>
            <a:ext cx="539607" cy="437992"/>
          </a:xfrm>
          <a:prstGeom prst="rect">
            <a:avLst/>
          </a:prstGeom>
        </p:spPr>
      </p:pic>
      <p:pic>
        <p:nvPicPr>
          <p:cNvPr id="76" name="图片 75" descr="数据库.png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5491804" y="455262"/>
            <a:ext cx="539607" cy="437992"/>
          </a:xfrm>
          <a:prstGeom prst="rect">
            <a:avLst/>
          </a:prstGeom>
        </p:spPr>
      </p:pic>
      <p:sp>
        <p:nvSpPr>
          <p:cNvPr id="77" name="TextBox 94"/>
          <p:cNvSpPr txBox="1"/>
          <p:nvPr/>
        </p:nvSpPr>
        <p:spPr>
          <a:xfrm>
            <a:off x="5236463" y="961200"/>
            <a:ext cx="105028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 err="1" smtClean="0">
                <a:latin typeface="微软雅黑" pitchFamily="34" charset="-122"/>
                <a:ea typeface="微软雅黑" pitchFamily="34" charset="-122"/>
              </a:rPr>
              <a:t>AeroScoutTag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8" name="TextBox 97"/>
          <p:cNvSpPr txBox="1"/>
          <p:nvPr/>
        </p:nvSpPr>
        <p:spPr>
          <a:xfrm>
            <a:off x="6810552" y="961200"/>
            <a:ext cx="45076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000" dirty="0" smtClean="0">
                <a:latin typeface="微软雅黑" pitchFamily="34" charset="-122"/>
                <a:ea typeface="微软雅黑" pitchFamily="34" charset="-122"/>
              </a:rPr>
              <a:t>BITS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79" name="图片 78" descr="无线网卡-蓝.png"/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5491607" y="2677613"/>
            <a:ext cx="540000" cy="438311"/>
          </a:xfrm>
          <a:prstGeom prst="rect">
            <a:avLst/>
          </a:prstGeom>
        </p:spPr>
      </p:pic>
      <p:pic>
        <p:nvPicPr>
          <p:cNvPr id="80" name="图片 79" descr="业务型无线虚链路-蓝.png"/>
          <p:cNvPicPr>
            <a:picLocks noChangeAspect="1"/>
          </p:cNvPicPr>
          <p:nvPr/>
        </p:nvPicPr>
        <p:blipFill>
          <a:blip r:embed="rId12" cstate="print"/>
          <a:stretch>
            <a:fillRect/>
          </a:stretch>
        </p:blipFill>
        <p:spPr>
          <a:xfrm>
            <a:off x="1820657" y="2677772"/>
            <a:ext cx="539607" cy="437992"/>
          </a:xfrm>
          <a:prstGeom prst="rect">
            <a:avLst/>
          </a:prstGeom>
        </p:spPr>
      </p:pic>
      <p:pic>
        <p:nvPicPr>
          <p:cNvPr id="81" name="图片 80" descr="故障链路.pn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3085371" y="2677613"/>
            <a:ext cx="540000" cy="438311"/>
          </a:xfrm>
          <a:prstGeom prst="rect">
            <a:avLst/>
          </a:prstGeom>
        </p:spPr>
      </p:pic>
      <p:pic>
        <p:nvPicPr>
          <p:cNvPr id="82" name="图片 81" descr="SAN网络-蓝.png"/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4292491" y="2677613"/>
            <a:ext cx="540000" cy="438311"/>
          </a:xfrm>
          <a:prstGeom prst="rect">
            <a:avLst/>
          </a:prstGeom>
        </p:spPr>
      </p:pic>
      <p:pic>
        <p:nvPicPr>
          <p:cNvPr id="83" name="图片 82" descr="大型网管-蓝.png"/>
          <p:cNvPicPr>
            <a:picLocks noChangeAspect="1"/>
          </p:cNvPicPr>
          <p:nvPr/>
        </p:nvPicPr>
        <p:blipFill>
          <a:blip r:embed="rId15" cstate="print"/>
          <a:stretch>
            <a:fillRect/>
          </a:stretch>
        </p:blipFill>
        <p:spPr>
          <a:xfrm>
            <a:off x="1820461" y="3881244"/>
            <a:ext cx="539998" cy="141484"/>
          </a:xfrm>
          <a:prstGeom prst="rect">
            <a:avLst/>
          </a:prstGeom>
        </p:spPr>
      </p:pic>
      <p:sp>
        <p:nvSpPr>
          <p:cNvPr id="84" name="TextBox 59"/>
          <p:cNvSpPr txBox="1"/>
          <p:nvPr/>
        </p:nvSpPr>
        <p:spPr>
          <a:xfrm>
            <a:off x="6776889" y="3165475"/>
            <a:ext cx="51809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隧  道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5" name="TextBox 60"/>
          <p:cNvSpPr txBox="1"/>
          <p:nvPr/>
        </p:nvSpPr>
        <p:spPr>
          <a:xfrm>
            <a:off x="1544477" y="4257675"/>
            <a:ext cx="109196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000" dirty="0" err="1" smtClean="0">
                <a:latin typeface="微软雅黑" pitchFamily="34" charset="-122"/>
                <a:ea typeface="微软雅黑" pitchFamily="34" charset="-122"/>
              </a:rPr>
              <a:t>Queue+packet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86" name="图片 85" descr="存储服务器-蓝.png"/>
          <p:cNvPicPr>
            <a:picLocks noChangeAspect="1"/>
          </p:cNvPicPr>
          <p:nvPr/>
        </p:nvPicPr>
        <p:blipFill>
          <a:blip r:embed="rId16" cstate="print"/>
          <a:stretch>
            <a:fillRect/>
          </a:stretch>
        </p:blipFill>
        <p:spPr>
          <a:xfrm>
            <a:off x="655144" y="455262"/>
            <a:ext cx="539607" cy="437992"/>
          </a:xfrm>
          <a:prstGeom prst="rect">
            <a:avLst/>
          </a:prstGeom>
        </p:spPr>
      </p:pic>
      <p:pic>
        <p:nvPicPr>
          <p:cNvPr id="87" name="图片 86" descr="SOC服务器.png"/>
          <p:cNvPicPr>
            <a:picLocks noChangeAspect="1"/>
          </p:cNvPicPr>
          <p:nvPr/>
        </p:nvPicPr>
        <p:blipFill>
          <a:blip r:embed="rId17" cstate="print"/>
          <a:stretch>
            <a:fillRect/>
          </a:stretch>
        </p:blipFill>
        <p:spPr>
          <a:xfrm>
            <a:off x="3085568" y="455262"/>
            <a:ext cx="539607" cy="437992"/>
          </a:xfrm>
          <a:prstGeom prst="rect">
            <a:avLst/>
          </a:prstGeom>
        </p:spPr>
      </p:pic>
      <p:pic>
        <p:nvPicPr>
          <p:cNvPr id="88" name="图片 87" descr="组播服务器.png"/>
          <p:cNvPicPr>
            <a:picLocks noChangeAspect="1"/>
          </p:cNvPicPr>
          <p:nvPr/>
        </p:nvPicPr>
        <p:blipFill>
          <a:blip r:embed="rId18" cstate="print"/>
          <a:stretch>
            <a:fillRect/>
          </a:stretch>
        </p:blipFill>
        <p:spPr>
          <a:xfrm>
            <a:off x="1820657" y="455262"/>
            <a:ext cx="539607" cy="437992"/>
          </a:xfrm>
          <a:prstGeom prst="rect">
            <a:avLst/>
          </a:prstGeom>
        </p:spPr>
      </p:pic>
      <p:pic>
        <p:nvPicPr>
          <p:cNvPr id="89" name="图片 88" descr="Web服务器-蓝.png"/>
          <p:cNvPicPr>
            <a:picLocks noChangeAspect="1"/>
          </p:cNvPicPr>
          <p:nvPr/>
        </p:nvPicPr>
        <p:blipFill>
          <a:blip r:embed="rId19" cstate="print"/>
          <a:stretch>
            <a:fillRect/>
          </a:stretch>
        </p:blipFill>
        <p:spPr>
          <a:xfrm>
            <a:off x="4292688" y="455262"/>
            <a:ext cx="539607" cy="437992"/>
          </a:xfrm>
          <a:prstGeom prst="rect">
            <a:avLst/>
          </a:prstGeom>
        </p:spPr>
      </p:pic>
      <p:sp>
        <p:nvSpPr>
          <p:cNvPr id="90" name="TextBox 82"/>
          <p:cNvSpPr txBox="1"/>
          <p:nvPr/>
        </p:nvSpPr>
        <p:spPr>
          <a:xfrm>
            <a:off x="725213" y="961200"/>
            <a:ext cx="39946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000" dirty="0" smtClean="0">
                <a:latin typeface="微软雅黑" pitchFamily="34" charset="-122"/>
                <a:ea typeface="微软雅黑" pitchFamily="34" charset="-122"/>
              </a:rPr>
              <a:t>DPI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1" name="TextBox 83"/>
          <p:cNvSpPr txBox="1"/>
          <p:nvPr/>
        </p:nvSpPr>
        <p:spPr>
          <a:xfrm>
            <a:off x="1859467" y="961200"/>
            <a:ext cx="46198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000" dirty="0" smtClean="0">
                <a:latin typeface="微软雅黑" pitchFamily="34" charset="-122"/>
                <a:ea typeface="微软雅黑" pitchFamily="34" charset="-122"/>
              </a:rPr>
              <a:t>IPTV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2" name="TextBox 85"/>
          <p:cNvSpPr txBox="1"/>
          <p:nvPr/>
        </p:nvSpPr>
        <p:spPr>
          <a:xfrm>
            <a:off x="3022588" y="961200"/>
            <a:ext cx="66556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 smtClean="0">
                <a:latin typeface="微软雅黑" pitchFamily="34" charset="-122"/>
                <a:ea typeface="微软雅黑" pitchFamily="34" charset="-122"/>
              </a:rPr>
              <a:t>Modem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3" name="TextBox 88"/>
          <p:cNvSpPr txBox="1"/>
          <p:nvPr/>
        </p:nvSpPr>
        <p:spPr>
          <a:xfrm>
            <a:off x="4356345" y="961200"/>
            <a:ext cx="41229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000" dirty="0" smtClean="0">
                <a:latin typeface="微软雅黑" pitchFamily="34" charset="-122"/>
                <a:ea typeface="微软雅黑" pitchFamily="34" charset="-122"/>
              </a:rPr>
              <a:t>STB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4" name="TextBox 128"/>
          <p:cNvSpPr txBox="1"/>
          <p:nvPr/>
        </p:nvSpPr>
        <p:spPr>
          <a:xfrm>
            <a:off x="468732" y="3165475"/>
            <a:ext cx="91243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地铁车头</a:t>
            </a:r>
            <a:r>
              <a:rPr lang="en-US" altLang="zh-CN" sz="1000" dirty="0" smtClean="0">
                <a:latin typeface="微软雅黑" pitchFamily="34" charset="-122"/>
                <a:ea typeface="微软雅黑" pitchFamily="34" charset="-122"/>
              </a:rPr>
              <a:t>(</a:t>
            </a:r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左</a:t>
            </a:r>
            <a:r>
              <a:rPr lang="en-US" altLang="zh-CN" sz="1000" dirty="0" smtClean="0">
                <a:latin typeface="微软雅黑" pitchFamily="34" charset="-122"/>
                <a:ea typeface="微软雅黑" pitchFamily="34" charset="-122"/>
              </a:rPr>
              <a:t>)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5" name="TextBox 130"/>
          <p:cNvSpPr txBox="1"/>
          <p:nvPr/>
        </p:nvSpPr>
        <p:spPr>
          <a:xfrm>
            <a:off x="1850651" y="3165475"/>
            <a:ext cx="47961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老 板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6" name="TextBox 131"/>
          <p:cNvSpPr txBox="1"/>
          <p:nvPr/>
        </p:nvSpPr>
        <p:spPr>
          <a:xfrm>
            <a:off x="3115562" y="3165475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民 警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7" name="TextBox 132"/>
          <p:cNvSpPr txBox="1"/>
          <p:nvPr/>
        </p:nvSpPr>
        <p:spPr>
          <a:xfrm>
            <a:off x="4149558" y="3165475"/>
            <a:ext cx="82586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网络摄像头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8" name="TextBox 133"/>
          <p:cNvSpPr txBox="1"/>
          <p:nvPr/>
        </p:nvSpPr>
        <p:spPr>
          <a:xfrm>
            <a:off x="5476914" y="3165475"/>
            <a:ext cx="5693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摄像头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9" name="TextBox 134"/>
          <p:cNvSpPr txBox="1"/>
          <p:nvPr/>
        </p:nvSpPr>
        <p:spPr>
          <a:xfrm>
            <a:off x="574771" y="78372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 smtClean="0">
                <a:latin typeface="微软雅黑" pitchFamily="34" charset="-122"/>
                <a:ea typeface="微软雅黑" pitchFamily="34" charset="-122"/>
              </a:rPr>
              <a:t>公共</a:t>
            </a:r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100" name="图片 99" descr="内网小型网管.png"/>
          <p:cNvPicPr>
            <a:picLocks noChangeAspect="1"/>
          </p:cNvPicPr>
          <p:nvPr/>
        </p:nvPicPr>
        <p:blipFill>
          <a:blip r:embed="rId20" cstate="print"/>
          <a:stretch>
            <a:fillRect/>
          </a:stretch>
        </p:blipFill>
        <p:spPr>
          <a:xfrm>
            <a:off x="654948" y="3792440"/>
            <a:ext cx="539999" cy="319092"/>
          </a:xfrm>
          <a:prstGeom prst="rect">
            <a:avLst/>
          </a:prstGeom>
        </p:spPr>
      </p:pic>
      <p:pic>
        <p:nvPicPr>
          <p:cNvPr id="101" name="图片 100" descr="无线网桥-蓝.png"/>
          <p:cNvPicPr>
            <a:picLocks noChangeAspect="1"/>
          </p:cNvPicPr>
          <p:nvPr/>
        </p:nvPicPr>
        <p:blipFill>
          <a:blip r:embed="rId21" cstate="print"/>
          <a:stretch>
            <a:fillRect/>
          </a:stretch>
        </p:blipFill>
        <p:spPr>
          <a:xfrm>
            <a:off x="6765934" y="2848229"/>
            <a:ext cx="540000" cy="97078"/>
          </a:xfrm>
          <a:prstGeom prst="rect">
            <a:avLst/>
          </a:prstGeom>
        </p:spPr>
      </p:pic>
      <p:sp>
        <p:nvSpPr>
          <p:cNvPr id="102" name="TextBox 139"/>
          <p:cNvSpPr txBox="1"/>
          <p:nvPr/>
        </p:nvSpPr>
        <p:spPr>
          <a:xfrm>
            <a:off x="373354" y="4240810"/>
            <a:ext cx="11031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000" dirty="0" smtClean="0">
                <a:latin typeface="微软雅黑" pitchFamily="34" charset="-122"/>
                <a:ea typeface="微软雅黑" pitchFamily="34" charset="-122"/>
              </a:rPr>
              <a:t>Packet</a:t>
            </a:r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（报文）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103" name="图片 102" descr="装在机柜中的存储阵列-蓝.png"/>
          <p:cNvPicPr>
            <a:picLocks noChangeAspect="1"/>
          </p:cNvPicPr>
          <p:nvPr/>
        </p:nvPicPr>
        <p:blipFill>
          <a:blip r:embed="rId22" cstate="print"/>
          <a:stretch>
            <a:fillRect/>
          </a:stretch>
        </p:blipFill>
        <p:spPr>
          <a:xfrm>
            <a:off x="8039682" y="455262"/>
            <a:ext cx="539607" cy="437992"/>
          </a:xfrm>
          <a:prstGeom prst="rect">
            <a:avLst/>
          </a:prstGeom>
        </p:spPr>
      </p:pic>
      <p:sp>
        <p:nvSpPr>
          <p:cNvPr id="104" name="TextBox 65"/>
          <p:cNvSpPr txBox="1"/>
          <p:nvPr/>
        </p:nvSpPr>
        <p:spPr>
          <a:xfrm>
            <a:off x="8079294" y="961200"/>
            <a:ext cx="46038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000" dirty="0" smtClean="0">
                <a:latin typeface="微软雅黑" pitchFamily="34" charset="-122"/>
                <a:ea typeface="微软雅黑" pitchFamily="34" charset="-122"/>
              </a:rPr>
              <a:t>HUB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105" name="图片 104" descr="地铁车头左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8039485" y="1597452"/>
            <a:ext cx="540000" cy="441818"/>
          </a:xfrm>
          <a:prstGeom prst="rect">
            <a:avLst/>
          </a:prstGeom>
        </p:spPr>
      </p:pic>
      <p:sp>
        <p:nvSpPr>
          <p:cNvPr id="106" name="TextBox 67"/>
          <p:cNvSpPr txBox="1"/>
          <p:nvPr/>
        </p:nvSpPr>
        <p:spPr>
          <a:xfrm>
            <a:off x="7853270" y="2098675"/>
            <a:ext cx="91243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地铁车头</a:t>
            </a:r>
            <a:r>
              <a:rPr lang="en-US" altLang="zh-CN" sz="1000" dirty="0" smtClean="0">
                <a:latin typeface="微软雅黑" pitchFamily="34" charset="-122"/>
                <a:ea typeface="微软雅黑" pitchFamily="34" charset="-122"/>
              </a:rPr>
              <a:t>(</a:t>
            </a:r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左</a:t>
            </a:r>
            <a:r>
              <a:rPr lang="en-US" altLang="zh-CN" sz="1000" dirty="0" smtClean="0">
                <a:latin typeface="微软雅黑" pitchFamily="34" charset="-122"/>
                <a:ea typeface="微软雅黑" pitchFamily="34" charset="-122"/>
              </a:rPr>
              <a:t>)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107" name="图片 106" descr="通用网管-蓝.png"/>
          <p:cNvPicPr>
            <a:picLocks noChangeAspect="1"/>
          </p:cNvPicPr>
          <p:nvPr/>
        </p:nvPicPr>
        <p:blipFill>
          <a:blip r:embed="rId23" cstate="print"/>
          <a:stretch>
            <a:fillRect/>
          </a:stretch>
        </p:blipFill>
        <p:spPr>
          <a:xfrm>
            <a:off x="8039486" y="2826026"/>
            <a:ext cx="539998" cy="141484"/>
          </a:xfrm>
          <a:prstGeom prst="rect">
            <a:avLst/>
          </a:prstGeom>
        </p:spPr>
      </p:pic>
      <p:sp>
        <p:nvSpPr>
          <p:cNvPr id="108" name="TextBox 74"/>
          <p:cNvSpPr txBox="1"/>
          <p:nvPr/>
        </p:nvSpPr>
        <p:spPr>
          <a:xfrm>
            <a:off x="7757892" y="3165475"/>
            <a:ext cx="11031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000" dirty="0" smtClean="0">
                <a:latin typeface="微软雅黑" pitchFamily="34" charset="-122"/>
                <a:ea typeface="微软雅黑" pitchFamily="34" charset="-122"/>
              </a:rPr>
              <a:t>Queue</a:t>
            </a:r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（队列）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109" name="图片 108" descr="通道.png"/>
          <p:cNvPicPr>
            <a:picLocks noChangeAspect="1"/>
          </p:cNvPicPr>
          <p:nvPr/>
        </p:nvPicPr>
        <p:blipFill>
          <a:blip r:embed="rId24" cstate="print"/>
          <a:stretch>
            <a:fillRect/>
          </a:stretch>
        </p:blipFill>
        <p:spPr>
          <a:xfrm>
            <a:off x="3085371" y="3774614"/>
            <a:ext cx="540000" cy="354744"/>
          </a:xfrm>
          <a:prstGeom prst="rect">
            <a:avLst/>
          </a:prstGeom>
        </p:spPr>
      </p:pic>
      <p:sp>
        <p:nvSpPr>
          <p:cNvPr id="110" name="TextBox 63"/>
          <p:cNvSpPr txBox="1"/>
          <p:nvPr/>
        </p:nvSpPr>
        <p:spPr>
          <a:xfrm>
            <a:off x="3134798" y="4257675"/>
            <a:ext cx="44114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通道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111" name="图片 110" descr="研发部.png"/>
          <p:cNvPicPr>
            <a:picLocks noChangeAspect="1"/>
          </p:cNvPicPr>
          <p:nvPr/>
        </p:nvPicPr>
        <p:blipFill>
          <a:blip r:embed="rId25" cstate="print"/>
          <a:stretch>
            <a:fillRect/>
          </a:stretch>
        </p:blipFill>
        <p:spPr>
          <a:xfrm>
            <a:off x="4292491" y="3731077"/>
            <a:ext cx="540000" cy="441818"/>
          </a:xfrm>
          <a:prstGeom prst="rect">
            <a:avLst/>
          </a:prstGeom>
        </p:spPr>
      </p:pic>
      <p:sp>
        <p:nvSpPr>
          <p:cNvPr id="112" name="TextBox 75"/>
          <p:cNvSpPr txBox="1"/>
          <p:nvPr/>
        </p:nvSpPr>
        <p:spPr>
          <a:xfrm>
            <a:off x="4277797" y="4257675"/>
            <a:ext cx="56938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研发部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113" name="图片 112" descr="市场部.png"/>
          <p:cNvPicPr>
            <a:picLocks noChangeAspect="1"/>
          </p:cNvPicPr>
          <p:nvPr/>
        </p:nvPicPr>
        <p:blipFill>
          <a:blip r:embed="rId26" cstate="print"/>
          <a:stretch>
            <a:fillRect/>
          </a:stretch>
        </p:blipFill>
        <p:spPr>
          <a:xfrm>
            <a:off x="5491607" y="3731077"/>
            <a:ext cx="540000" cy="441818"/>
          </a:xfrm>
          <a:prstGeom prst="rect">
            <a:avLst/>
          </a:prstGeom>
        </p:spPr>
      </p:pic>
      <p:pic>
        <p:nvPicPr>
          <p:cNvPr id="114" name="图片 113" descr="行政部.png"/>
          <p:cNvPicPr>
            <a:picLocks noChangeAspect="1"/>
          </p:cNvPicPr>
          <p:nvPr/>
        </p:nvPicPr>
        <p:blipFill>
          <a:blip r:embed="rId27" cstate="print"/>
          <a:stretch>
            <a:fillRect/>
          </a:stretch>
        </p:blipFill>
        <p:spPr>
          <a:xfrm>
            <a:off x="6765934" y="3731077"/>
            <a:ext cx="540000" cy="441818"/>
          </a:xfrm>
          <a:prstGeom prst="rect">
            <a:avLst/>
          </a:prstGeom>
        </p:spPr>
      </p:pic>
      <p:sp>
        <p:nvSpPr>
          <p:cNvPr id="115" name="TextBox 78"/>
          <p:cNvSpPr txBox="1"/>
          <p:nvPr/>
        </p:nvSpPr>
        <p:spPr>
          <a:xfrm>
            <a:off x="5476913" y="4257675"/>
            <a:ext cx="56938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市场部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6" name="TextBox 79"/>
          <p:cNvSpPr txBox="1"/>
          <p:nvPr/>
        </p:nvSpPr>
        <p:spPr>
          <a:xfrm>
            <a:off x="6751240" y="4257675"/>
            <a:ext cx="56938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行政部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117" name="图片 116" descr="DSLAM-黄.png"/>
          <p:cNvPicPr>
            <a:picLocks noChangeAspect="1"/>
          </p:cNvPicPr>
          <p:nvPr/>
        </p:nvPicPr>
        <p:blipFill>
          <a:blip r:embed="rId28" cstate="print"/>
          <a:stretch>
            <a:fillRect/>
          </a:stretch>
        </p:blipFill>
        <p:spPr>
          <a:xfrm>
            <a:off x="8039441" y="3727424"/>
            <a:ext cx="541201" cy="442800"/>
          </a:xfrm>
          <a:prstGeom prst="rect">
            <a:avLst/>
          </a:prstGeom>
        </p:spPr>
      </p:pic>
      <p:sp>
        <p:nvSpPr>
          <p:cNvPr id="118" name="TextBox 86"/>
          <p:cNvSpPr txBox="1"/>
          <p:nvPr/>
        </p:nvSpPr>
        <p:spPr>
          <a:xfrm>
            <a:off x="8000368" y="4257675"/>
            <a:ext cx="63671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000" dirty="0" smtClean="0">
                <a:latin typeface="微软雅黑" pitchFamily="34" charset="-122"/>
                <a:ea typeface="微软雅黑" pitchFamily="34" charset="-122"/>
              </a:rPr>
              <a:t>DSLAM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138598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extBox 38"/>
          <p:cNvSpPr txBox="1"/>
          <p:nvPr/>
        </p:nvSpPr>
        <p:spPr>
          <a:xfrm>
            <a:off x="574771" y="78372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 smtClean="0">
                <a:latin typeface="微软雅黑" pitchFamily="34" charset="-122"/>
                <a:ea typeface="微软雅黑" pitchFamily="34" charset="-122"/>
              </a:rPr>
              <a:t>公共</a:t>
            </a:r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63" name="图片 62" descr="UMG-蓝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51931" y="483920"/>
            <a:ext cx="541201" cy="442800"/>
          </a:xfrm>
          <a:prstGeom prst="rect">
            <a:avLst/>
          </a:prstGeom>
        </p:spPr>
      </p:pic>
      <p:sp>
        <p:nvSpPr>
          <p:cNvPr id="64" name="TextBox 60"/>
          <p:cNvSpPr txBox="1"/>
          <p:nvPr/>
        </p:nvSpPr>
        <p:spPr>
          <a:xfrm>
            <a:off x="663488" y="961200"/>
            <a:ext cx="5004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000" dirty="0" smtClean="0">
                <a:latin typeface="微软雅黑" pitchFamily="34" charset="-122"/>
                <a:ea typeface="微软雅黑" pitchFamily="34" charset="-122"/>
              </a:rPr>
              <a:t>UMG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65" name="图片 64" descr="Node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737756" y="483920"/>
            <a:ext cx="540000" cy="441818"/>
          </a:xfrm>
          <a:prstGeom prst="rect">
            <a:avLst/>
          </a:prstGeom>
        </p:spPr>
      </p:pic>
      <p:pic>
        <p:nvPicPr>
          <p:cNvPr id="66" name="图片 65" descr="CX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695444" y="483920"/>
            <a:ext cx="540000" cy="441818"/>
          </a:xfrm>
          <a:prstGeom prst="rect">
            <a:avLst/>
          </a:prstGeom>
        </p:spPr>
      </p:pic>
      <p:sp>
        <p:nvSpPr>
          <p:cNvPr id="67" name="TextBox 6"/>
          <p:cNvSpPr txBox="1"/>
          <p:nvPr/>
        </p:nvSpPr>
        <p:spPr>
          <a:xfrm>
            <a:off x="1389476" y="961200"/>
            <a:ext cx="11240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000" dirty="0" smtClean="0">
                <a:latin typeface="微软雅黑" pitchFamily="34" charset="-122"/>
                <a:ea typeface="微软雅黑" pitchFamily="34" charset="-122"/>
              </a:rPr>
              <a:t>CX</a:t>
            </a:r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城域业务平台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8" name="TextBox 7"/>
          <p:cNvSpPr txBox="1"/>
          <p:nvPr/>
        </p:nvSpPr>
        <p:spPr>
          <a:xfrm>
            <a:off x="2741523" y="961200"/>
            <a:ext cx="52450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000" dirty="0" smtClean="0">
                <a:latin typeface="微软雅黑" pitchFamily="34" charset="-122"/>
                <a:ea typeface="微软雅黑" pitchFamily="34" charset="-122"/>
              </a:rPr>
              <a:t>Node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69" name="图片 68" descr="防病毒专家系统.pn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842328" y="483920"/>
            <a:ext cx="540000" cy="441818"/>
          </a:xfrm>
          <a:prstGeom prst="rect">
            <a:avLst/>
          </a:prstGeom>
        </p:spPr>
      </p:pic>
      <p:pic>
        <p:nvPicPr>
          <p:cNvPr id="70" name="图片 69" descr="MME-SGW.pn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3751356" y="483920"/>
            <a:ext cx="540000" cy="441818"/>
          </a:xfrm>
          <a:prstGeom prst="rect">
            <a:avLst/>
          </a:prstGeom>
        </p:spPr>
      </p:pic>
      <p:sp>
        <p:nvSpPr>
          <p:cNvPr id="71" name="TextBox 10"/>
          <p:cNvSpPr txBox="1"/>
          <p:nvPr/>
        </p:nvSpPr>
        <p:spPr>
          <a:xfrm>
            <a:off x="3583555" y="961200"/>
            <a:ext cx="8579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000" dirty="0" smtClean="0">
                <a:latin typeface="微软雅黑" pitchFamily="34" charset="-122"/>
                <a:ea typeface="微软雅黑" pitchFamily="34" charset="-122"/>
              </a:rPr>
              <a:t>MME/SGW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2" name="TextBox 11"/>
          <p:cNvSpPr txBox="1"/>
          <p:nvPr/>
        </p:nvSpPr>
        <p:spPr>
          <a:xfrm>
            <a:off x="4617973" y="961200"/>
            <a:ext cx="10823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防病毒专家系统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73" name="图片 72" descr="测试仪.pn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5961655" y="483920"/>
            <a:ext cx="540000" cy="441818"/>
          </a:xfrm>
          <a:prstGeom prst="rect">
            <a:avLst/>
          </a:prstGeom>
        </p:spPr>
      </p:pic>
      <p:sp>
        <p:nvSpPr>
          <p:cNvPr id="74" name="TextBox 13"/>
          <p:cNvSpPr txBox="1"/>
          <p:nvPr/>
        </p:nvSpPr>
        <p:spPr>
          <a:xfrm>
            <a:off x="5946961" y="961200"/>
            <a:ext cx="56938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测试仪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75" name="图片 74" descr="核心路由器.pn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7033985" y="483920"/>
            <a:ext cx="540000" cy="441818"/>
          </a:xfrm>
          <a:prstGeom prst="rect">
            <a:avLst/>
          </a:prstGeom>
        </p:spPr>
      </p:pic>
      <p:sp>
        <p:nvSpPr>
          <p:cNvPr id="76" name="TextBox 15"/>
          <p:cNvSpPr txBox="1"/>
          <p:nvPr/>
        </p:nvSpPr>
        <p:spPr>
          <a:xfrm>
            <a:off x="6907291" y="961200"/>
            <a:ext cx="82586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核心路由器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208733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图片 58" descr="测试仪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961655" y="483920"/>
            <a:ext cx="540000" cy="441818"/>
          </a:xfrm>
          <a:prstGeom prst="rect">
            <a:avLst/>
          </a:prstGeom>
        </p:spPr>
      </p:pic>
      <p:pic>
        <p:nvPicPr>
          <p:cNvPr id="63" name="图片 62" descr="防病毒专家系统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842328" y="483920"/>
            <a:ext cx="540000" cy="441818"/>
          </a:xfrm>
          <a:prstGeom prst="rect">
            <a:avLst/>
          </a:prstGeom>
        </p:spPr>
      </p:pic>
      <p:pic>
        <p:nvPicPr>
          <p:cNvPr id="64" name="图片 63" descr="MME-SGW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3751356" y="483920"/>
            <a:ext cx="540000" cy="441818"/>
          </a:xfrm>
          <a:prstGeom prst="rect">
            <a:avLst/>
          </a:prstGeom>
        </p:spPr>
      </p:pic>
      <p:pic>
        <p:nvPicPr>
          <p:cNvPr id="65" name="图片 64" descr="Node.pn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2737756" y="483920"/>
            <a:ext cx="540000" cy="441818"/>
          </a:xfrm>
          <a:prstGeom prst="rect">
            <a:avLst/>
          </a:prstGeom>
        </p:spPr>
      </p:pic>
      <p:pic>
        <p:nvPicPr>
          <p:cNvPr id="66" name="图片 65" descr="CX.pn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1695444" y="483920"/>
            <a:ext cx="540000" cy="441818"/>
          </a:xfrm>
          <a:prstGeom prst="rect">
            <a:avLst/>
          </a:prstGeom>
        </p:spPr>
      </p:pic>
      <p:sp>
        <p:nvSpPr>
          <p:cNvPr id="67" name="TextBox 2"/>
          <p:cNvSpPr txBox="1"/>
          <p:nvPr/>
        </p:nvSpPr>
        <p:spPr>
          <a:xfrm>
            <a:off x="574771" y="78372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 smtClean="0">
                <a:latin typeface="微软雅黑" pitchFamily="34" charset="-122"/>
                <a:ea typeface="微软雅黑" pitchFamily="34" charset="-122"/>
              </a:rPr>
              <a:t>公共</a:t>
            </a:r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8" name="TextBox 4"/>
          <p:cNvSpPr txBox="1"/>
          <p:nvPr/>
        </p:nvSpPr>
        <p:spPr>
          <a:xfrm>
            <a:off x="663488" y="961200"/>
            <a:ext cx="5004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000" dirty="0" smtClean="0">
                <a:latin typeface="微软雅黑" pitchFamily="34" charset="-122"/>
                <a:ea typeface="微软雅黑" pitchFamily="34" charset="-122"/>
              </a:rPr>
              <a:t>UMG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69" name="图片 68" descr="UMG-黄.pn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651931" y="483920"/>
            <a:ext cx="541201" cy="442800"/>
          </a:xfrm>
          <a:prstGeom prst="rect">
            <a:avLst/>
          </a:prstGeom>
        </p:spPr>
      </p:pic>
      <p:sp>
        <p:nvSpPr>
          <p:cNvPr id="70" name="TextBox 11"/>
          <p:cNvSpPr txBox="1"/>
          <p:nvPr/>
        </p:nvSpPr>
        <p:spPr>
          <a:xfrm>
            <a:off x="1389476" y="961200"/>
            <a:ext cx="11240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000" dirty="0" smtClean="0">
                <a:latin typeface="微软雅黑" pitchFamily="34" charset="-122"/>
                <a:ea typeface="微软雅黑" pitchFamily="34" charset="-122"/>
              </a:rPr>
              <a:t>CX</a:t>
            </a:r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城域业务平台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1" name="TextBox 12"/>
          <p:cNvSpPr txBox="1"/>
          <p:nvPr/>
        </p:nvSpPr>
        <p:spPr>
          <a:xfrm>
            <a:off x="2741523" y="961200"/>
            <a:ext cx="52450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000" dirty="0" smtClean="0">
                <a:latin typeface="微软雅黑" pitchFamily="34" charset="-122"/>
                <a:ea typeface="微软雅黑" pitchFamily="34" charset="-122"/>
              </a:rPr>
              <a:t>Node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2" name="TextBox 10"/>
          <p:cNvSpPr txBox="1"/>
          <p:nvPr/>
        </p:nvSpPr>
        <p:spPr>
          <a:xfrm>
            <a:off x="3583555" y="961200"/>
            <a:ext cx="8579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000" dirty="0" smtClean="0">
                <a:latin typeface="微软雅黑" pitchFamily="34" charset="-122"/>
                <a:ea typeface="微软雅黑" pitchFamily="34" charset="-122"/>
              </a:rPr>
              <a:t>MME/SGW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3" name="TextBox 15"/>
          <p:cNvSpPr txBox="1"/>
          <p:nvPr/>
        </p:nvSpPr>
        <p:spPr>
          <a:xfrm>
            <a:off x="4617973" y="961200"/>
            <a:ext cx="10823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防病毒专家系统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4" name="TextBox 19"/>
          <p:cNvSpPr txBox="1"/>
          <p:nvPr/>
        </p:nvSpPr>
        <p:spPr>
          <a:xfrm>
            <a:off x="5946961" y="961200"/>
            <a:ext cx="56938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测试仪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75" name="图片 74" descr="核心路由器.pn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7063013" y="483920"/>
            <a:ext cx="540000" cy="441818"/>
          </a:xfrm>
          <a:prstGeom prst="rect">
            <a:avLst/>
          </a:prstGeom>
        </p:spPr>
      </p:pic>
      <p:sp>
        <p:nvSpPr>
          <p:cNvPr id="76" name="TextBox 21"/>
          <p:cNvSpPr txBox="1"/>
          <p:nvPr/>
        </p:nvSpPr>
        <p:spPr>
          <a:xfrm>
            <a:off x="6907291" y="961200"/>
            <a:ext cx="82586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核心路由器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119467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数据中心-蓝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891487" y="1560769"/>
            <a:ext cx="325653" cy="437992"/>
          </a:xfrm>
          <a:prstGeom prst="rect">
            <a:avLst/>
          </a:prstGeom>
        </p:spPr>
      </p:pic>
      <p:pic>
        <p:nvPicPr>
          <p:cNvPr id="3" name="图片 2" descr="存储服务器-蓝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882694" y="485833"/>
            <a:ext cx="527459" cy="437992"/>
          </a:xfrm>
          <a:prstGeom prst="rect">
            <a:avLst/>
          </a:prstGeom>
        </p:spPr>
      </p:pic>
      <p:pic>
        <p:nvPicPr>
          <p:cNvPr id="4" name="图片 3" descr="Web服务器-蓝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5634867" y="474073"/>
            <a:ext cx="304200" cy="437992"/>
          </a:xfrm>
          <a:prstGeom prst="rect">
            <a:avLst/>
          </a:prstGeom>
        </p:spPr>
      </p:pic>
      <p:sp>
        <p:nvSpPr>
          <p:cNvPr id="5" name="TextBox 139"/>
          <p:cNvSpPr txBox="1"/>
          <p:nvPr/>
        </p:nvSpPr>
        <p:spPr>
          <a:xfrm>
            <a:off x="507525" y="949325"/>
            <a:ext cx="82586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笔记本电脑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TextBox 140"/>
          <p:cNvSpPr txBox="1"/>
          <p:nvPr/>
        </p:nvSpPr>
        <p:spPr>
          <a:xfrm>
            <a:off x="1734291" y="949325"/>
            <a:ext cx="82426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000" dirty="0" smtClean="0">
                <a:latin typeface="微软雅黑" pitchFamily="34" charset="-122"/>
                <a:ea typeface="微软雅黑" pitchFamily="34" charset="-122"/>
              </a:rPr>
              <a:t>APPLE</a:t>
            </a:r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终端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TextBox 141"/>
          <p:cNvSpPr txBox="1"/>
          <p:nvPr/>
        </p:nvSpPr>
        <p:spPr>
          <a:xfrm>
            <a:off x="3013695" y="961200"/>
            <a:ext cx="6976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数码相机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" name="TextBox 142"/>
          <p:cNvSpPr txBox="1"/>
          <p:nvPr/>
        </p:nvSpPr>
        <p:spPr>
          <a:xfrm>
            <a:off x="4284775" y="949325"/>
            <a:ext cx="5693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传真机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" name="TextBox 143"/>
          <p:cNvSpPr txBox="1"/>
          <p:nvPr/>
        </p:nvSpPr>
        <p:spPr>
          <a:xfrm>
            <a:off x="5547158" y="949325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蓝 牙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" name="TextBox 144"/>
          <p:cNvSpPr txBox="1"/>
          <p:nvPr/>
        </p:nvSpPr>
        <p:spPr>
          <a:xfrm>
            <a:off x="6795267" y="955262"/>
            <a:ext cx="51809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电  视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" name="TextBox 145"/>
          <p:cNvSpPr txBox="1"/>
          <p:nvPr/>
        </p:nvSpPr>
        <p:spPr>
          <a:xfrm>
            <a:off x="7928596" y="949325"/>
            <a:ext cx="5693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复印机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" name="TextBox 146"/>
          <p:cNvSpPr txBox="1"/>
          <p:nvPr/>
        </p:nvSpPr>
        <p:spPr>
          <a:xfrm>
            <a:off x="661414" y="2060575"/>
            <a:ext cx="51809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音  箱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" name="TextBox 147"/>
          <p:cNvSpPr txBox="1"/>
          <p:nvPr/>
        </p:nvSpPr>
        <p:spPr>
          <a:xfrm>
            <a:off x="1887377" y="2060575"/>
            <a:ext cx="51809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电  话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" name="TextBox 148"/>
          <p:cNvSpPr txBox="1"/>
          <p:nvPr/>
        </p:nvSpPr>
        <p:spPr>
          <a:xfrm>
            <a:off x="2885454" y="2060575"/>
            <a:ext cx="95410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多媒体软终端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5" name="TextBox 149"/>
          <p:cNvSpPr txBox="1"/>
          <p:nvPr/>
        </p:nvSpPr>
        <p:spPr>
          <a:xfrm>
            <a:off x="4404199" y="2060575"/>
            <a:ext cx="33053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000" dirty="0" smtClean="0">
                <a:latin typeface="微软雅黑" pitchFamily="34" charset="-122"/>
                <a:ea typeface="微软雅黑" pitchFamily="34" charset="-122"/>
              </a:rPr>
              <a:t>pc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6" name="TextBox 150"/>
          <p:cNvSpPr txBox="1"/>
          <p:nvPr/>
        </p:nvSpPr>
        <p:spPr>
          <a:xfrm>
            <a:off x="5511892" y="2060575"/>
            <a:ext cx="55015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000" dirty="0" smtClean="0">
                <a:latin typeface="微软雅黑" pitchFamily="34" charset="-122"/>
                <a:ea typeface="微软雅黑" pitchFamily="34" charset="-122"/>
              </a:rPr>
              <a:t>SIM</a:t>
            </a:r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卡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7" name="TextBox 151"/>
          <p:cNvSpPr txBox="1"/>
          <p:nvPr/>
        </p:nvSpPr>
        <p:spPr>
          <a:xfrm>
            <a:off x="6833740" y="2060575"/>
            <a:ext cx="44114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000" dirty="0" err="1" smtClean="0">
                <a:latin typeface="微软雅黑" pitchFamily="34" charset="-122"/>
                <a:ea typeface="微软雅黑" pitchFamily="34" charset="-122"/>
              </a:rPr>
              <a:t>Rfid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8" name="TextBox 152"/>
          <p:cNvSpPr txBox="1"/>
          <p:nvPr/>
        </p:nvSpPr>
        <p:spPr>
          <a:xfrm>
            <a:off x="7672115" y="2060575"/>
            <a:ext cx="10823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可视电话硬终端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9" name="TextBox 153"/>
          <p:cNvSpPr txBox="1"/>
          <p:nvPr/>
        </p:nvSpPr>
        <p:spPr>
          <a:xfrm>
            <a:off x="641376" y="3165475"/>
            <a:ext cx="55816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000" dirty="0" smtClean="0">
                <a:latin typeface="微软雅黑" pitchFamily="34" charset="-122"/>
                <a:ea typeface="微软雅黑" pitchFamily="34" charset="-122"/>
              </a:rPr>
              <a:t>IP</a:t>
            </a:r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电话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0" name="TextBox 154"/>
          <p:cNvSpPr txBox="1"/>
          <p:nvPr/>
        </p:nvSpPr>
        <p:spPr>
          <a:xfrm>
            <a:off x="574771" y="78372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 smtClean="0">
                <a:latin typeface="微软雅黑" pitchFamily="34" charset="-122"/>
                <a:ea typeface="微软雅黑" pitchFamily="34" charset="-122"/>
              </a:rPr>
              <a:t>终端</a:t>
            </a:r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21" name="图片 20" descr="业务型无线虚链路-蓝.pn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876620" y="2635972"/>
            <a:ext cx="539607" cy="399760"/>
          </a:xfrm>
          <a:prstGeom prst="rect">
            <a:avLst/>
          </a:prstGeom>
        </p:spPr>
      </p:pic>
      <p:pic>
        <p:nvPicPr>
          <p:cNvPr id="22" name="图片 21" descr="管理型无线虚链路-蓝.pn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3126242" y="2616856"/>
            <a:ext cx="472533" cy="437992"/>
          </a:xfrm>
          <a:prstGeom prst="rect">
            <a:avLst/>
          </a:prstGeom>
        </p:spPr>
      </p:pic>
      <p:pic>
        <p:nvPicPr>
          <p:cNvPr id="23" name="图片 22" descr="故障链路.pn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4299468" y="2634519"/>
            <a:ext cx="540000" cy="402667"/>
          </a:xfrm>
          <a:prstGeom prst="rect">
            <a:avLst/>
          </a:prstGeom>
        </p:spPr>
      </p:pic>
      <p:pic>
        <p:nvPicPr>
          <p:cNvPr id="24" name="图片 23" descr="SAN网络-蓝.pn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5653197" y="2616697"/>
            <a:ext cx="267540" cy="438311"/>
          </a:xfrm>
          <a:prstGeom prst="rect">
            <a:avLst/>
          </a:prstGeom>
        </p:spPr>
      </p:pic>
      <p:sp>
        <p:nvSpPr>
          <p:cNvPr id="25" name="TextBox 160"/>
          <p:cNvSpPr txBox="1"/>
          <p:nvPr/>
        </p:nvSpPr>
        <p:spPr>
          <a:xfrm>
            <a:off x="1892988" y="3165475"/>
            <a:ext cx="50687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000" dirty="0" smtClean="0">
                <a:latin typeface="微软雅黑" pitchFamily="34" charset="-122"/>
                <a:ea typeface="微软雅黑" pitchFamily="34" charset="-122"/>
              </a:rPr>
              <a:t>Wi-Fi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6" name="TextBox 161"/>
          <p:cNvSpPr txBox="1"/>
          <p:nvPr/>
        </p:nvSpPr>
        <p:spPr>
          <a:xfrm>
            <a:off x="3077815" y="3165475"/>
            <a:ext cx="5693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显示屏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7" name="TextBox 162"/>
          <p:cNvSpPr txBox="1"/>
          <p:nvPr/>
        </p:nvSpPr>
        <p:spPr>
          <a:xfrm>
            <a:off x="4348895" y="3165475"/>
            <a:ext cx="44114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平板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8" name="TextBox 163"/>
          <p:cNvSpPr txBox="1"/>
          <p:nvPr/>
        </p:nvSpPr>
        <p:spPr>
          <a:xfrm>
            <a:off x="5566394" y="3165475"/>
            <a:ext cx="44114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手机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9" name="TextBox 164"/>
          <p:cNvSpPr txBox="1"/>
          <p:nvPr/>
        </p:nvSpPr>
        <p:spPr>
          <a:xfrm>
            <a:off x="6769620" y="3165475"/>
            <a:ext cx="5693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打印机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30" name="图片 29" descr="可视电话硬终端.png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7943289" y="1540729"/>
            <a:ext cx="540000" cy="478073"/>
          </a:xfrm>
          <a:prstGeom prst="rect">
            <a:avLst/>
          </a:prstGeom>
        </p:spPr>
      </p:pic>
      <p:pic>
        <p:nvPicPr>
          <p:cNvPr id="31" name="图片 30" descr="IP电话.png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636318" y="2576043"/>
            <a:ext cx="539947" cy="507600"/>
          </a:xfrm>
          <a:prstGeom prst="rect">
            <a:avLst/>
          </a:prstGeom>
        </p:spPr>
      </p:pic>
      <p:pic>
        <p:nvPicPr>
          <p:cNvPr id="32" name="图片 31" descr="PC.png"/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4294952" y="1560215"/>
            <a:ext cx="539063" cy="414000"/>
          </a:xfrm>
          <a:prstGeom prst="rect">
            <a:avLst/>
          </a:prstGeom>
        </p:spPr>
      </p:pic>
      <p:pic>
        <p:nvPicPr>
          <p:cNvPr id="33" name="图片 32" descr="SIM卡.png"/>
          <p:cNvPicPr>
            <a:picLocks noChangeAspect="1"/>
          </p:cNvPicPr>
          <p:nvPr/>
        </p:nvPicPr>
        <p:blipFill>
          <a:blip r:embed="rId12" cstate="print"/>
          <a:stretch>
            <a:fillRect/>
          </a:stretch>
        </p:blipFill>
        <p:spPr>
          <a:xfrm>
            <a:off x="5654140" y="1565490"/>
            <a:ext cx="267638" cy="439200"/>
          </a:xfrm>
          <a:prstGeom prst="rect">
            <a:avLst/>
          </a:prstGeom>
        </p:spPr>
      </p:pic>
      <p:pic>
        <p:nvPicPr>
          <p:cNvPr id="34" name="图片 33" descr="笔记本电脑.pn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645818" y="522944"/>
            <a:ext cx="539779" cy="338400"/>
          </a:xfrm>
          <a:prstGeom prst="rect">
            <a:avLst/>
          </a:prstGeom>
        </p:spPr>
      </p:pic>
      <p:pic>
        <p:nvPicPr>
          <p:cNvPr id="35" name="图片 34" descr="传真机.png"/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4378160" y="472411"/>
            <a:ext cx="379674" cy="439200"/>
          </a:xfrm>
          <a:prstGeom prst="rect">
            <a:avLst/>
          </a:prstGeom>
        </p:spPr>
      </p:pic>
      <p:pic>
        <p:nvPicPr>
          <p:cNvPr id="36" name="图片 35" descr="打印机.png"/>
          <p:cNvPicPr>
            <a:picLocks noChangeAspect="1"/>
          </p:cNvPicPr>
          <p:nvPr/>
        </p:nvPicPr>
        <p:blipFill>
          <a:blip r:embed="rId15" cstate="print"/>
          <a:stretch>
            <a:fillRect/>
          </a:stretch>
        </p:blipFill>
        <p:spPr>
          <a:xfrm>
            <a:off x="6782957" y="2623193"/>
            <a:ext cx="538191" cy="428400"/>
          </a:xfrm>
          <a:prstGeom prst="rect">
            <a:avLst/>
          </a:prstGeom>
        </p:spPr>
      </p:pic>
      <p:pic>
        <p:nvPicPr>
          <p:cNvPr id="37" name="图片 36" descr="电话.png"/>
          <p:cNvPicPr>
            <a:picLocks noChangeAspect="1"/>
          </p:cNvPicPr>
          <p:nvPr/>
        </p:nvPicPr>
        <p:blipFill>
          <a:blip r:embed="rId16" cstate="print"/>
          <a:stretch>
            <a:fillRect/>
          </a:stretch>
        </p:blipFill>
        <p:spPr>
          <a:xfrm>
            <a:off x="1906157" y="1562206"/>
            <a:ext cx="483542" cy="439200"/>
          </a:xfrm>
          <a:prstGeom prst="rect">
            <a:avLst/>
          </a:prstGeom>
        </p:spPr>
      </p:pic>
      <p:pic>
        <p:nvPicPr>
          <p:cNvPr id="38" name="图片 37" descr="电视.png"/>
          <p:cNvPicPr>
            <a:picLocks noChangeAspect="1"/>
          </p:cNvPicPr>
          <p:nvPr/>
        </p:nvPicPr>
        <p:blipFill>
          <a:blip r:embed="rId17" cstate="print"/>
          <a:stretch>
            <a:fillRect/>
          </a:stretch>
        </p:blipFill>
        <p:spPr>
          <a:xfrm>
            <a:off x="6858401" y="453337"/>
            <a:ext cx="372506" cy="439200"/>
          </a:xfrm>
          <a:prstGeom prst="rect">
            <a:avLst/>
          </a:prstGeom>
        </p:spPr>
      </p:pic>
      <p:pic>
        <p:nvPicPr>
          <p:cNvPr id="39" name="图片 38" descr="多媒体软终端.png"/>
          <p:cNvPicPr>
            <a:picLocks noChangeAspect="1"/>
          </p:cNvPicPr>
          <p:nvPr/>
        </p:nvPicPr>
        <p:blipFill>
          <a:blip r:embed="rId18" cstate="print"/>
          <a:stretch>
            <a:fillRect/>
          </a:stretch>
        </p:blipFill>
        <p:spPr>
          <a:xfrm>
            <a:off x="3088951" y="1569378"/>
            <a:ext cx="540500" cy="414000"/>
          </a:xfrm>
          <a:prstGeom prst="rect">
            <a:avLst/>
          </a:prstGeom>
        </p:spPr>
      </p:pic>
      <p:pic>
        <p:nvPicPr>
          <p:cNvPr id="40" name="图片 39" descr="复印机.png"/>
          <p:cNvPicPr>
            <a:picLocks noChangeAspect="1"/>
          </p:cNvPicPr>
          <p:nvPr/>
        </p:nvPicPr>
        <p:blipFill>
          <a:blip r:embed="rId19" cstate="print"/>
          <a:stretch>
            <a:fillRect/>
          </a:stretch>
        </p:blipFill>
        <p:spPr>
          <a:xfrm>
            <a:off x="7950072" y="478393"/>
            <a:ext cx="543803" cy="421200"/>
          </a:xfrm>
          <a:prstGeom prst="rect">
            <a:avLst/>
          </a:prstGeom>
        </p:spPr>
      </p:pic>
      <p:pic>
        <p:nvPicPr>
          <p:cNvPr id="41" name="图片 40" descr="数码相机.png"/>
          <p:cNvPicPr>
            <a:picLocks noChangeAspect="1"/>
          </p:cNvPicPr>
          <p:nvPr/>
        </p:nvPicPr>
        <p:blipFill>
          <a:blip r:embed="rId20" cstate="print"/>
          <a:stretch>
            <a:fillRect/>
          </a:stretch>
        </p:blipFill>
        <p:spPr>
          <a:xfrm>
            <a:off x="3088665" y="492560"/>
            <a:ext cx="540746" cy="406800"/>
          </a:xfrm>
          <a:prstGeom prst="rect">
            <a:avLst/>
          </a:prstGeom>
        </p:spPr>
      </p:pic>
      <p:pic>
        <p:nvPicPr>
          <p:cNvPr id="42" name="图片 41" descr="音箱.png"/>
          <p:cNvPicPr>
            <a:picLocks noChangeAspect="1"/>
          </p:cNvPicPr>
          <p:nvPr/>
        </p:nvPicPr>
        <p:blipFill>
          <a:blip r:embed="rId21" cstate="print"/>
          <a:stretch>
            <a:fillRect/>
          </a:stretch>
        </p:blipFill>
        <p:spPr>
          <a:xfrm>
            <a:off x="651998" y="1560105"/>
            <a:ext cx="522858" cy="43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47906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20223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封面页_图片版 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sz="3200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 模板" id="{9BBB633E-5E45-41C7-B61B-A7FDDADD335C}" vid="{F4E5724B-7154-473D-A508-2B054E8EE854}"/>
    </a:ext>
  </a:extLst>
</a:theme>
</file>

<file path=ppt/theme/theme2.xml><?xml version="1.0" encoding="utf-8"?>
<a:theme xmlns:a="http://schemas.openxmlformats.org/drawingml/2006/main" name="目录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sz="2200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 模板" id="{9BBB633E-5E45-41C7-B61B-A7FDDADD335C}" vid="{91E8AC51-71E2-47EB-A98B-31EFD4425DE1}"/>
    </a:ext>
  </a:extLst>
</a:theme>
</file>

<file path=ppt/theme/theme3.xml><?xml version="1.0" encoding="utf-8"?>
<a:theme xmlns:a="http://schemas.openxmlformats.org/drawingml/2006/main" name="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 模板" id="{9BBB633E-5E45-41C7-B61B-A7FDDADD335C}" vid="{FC34AD67-7538-4717-9A73-50191031DBF3}"/>
    </a:ext>
  </a:extLst>
</a:theme>
</file>

<file path=ppt/theme/theme4.xml><?xml version="1.0" encoding="utf-8"?>
<a:theme xmlns:a="http://schemas.openxmlformats.org/drawingml/2006/main" name="结束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kumimoji="1" sz="3200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 模板" id="{9BBB633E-5E45-41C7-B61B-A7FDDADD335C}" vid="{CE9DE895-046C-40AC-AD8E-ED7DD660489B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18</TotalTime>
  <Words>679</Words>
  <Application>Microsoft Office PowerPoint</Application>
  <PresentationFormat>自定义</PresentationFormat>
  <Paragraphs>326</Paragraphs>
  <Slides>19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19</vt:i4>
      </vt:variant>
    </vt:vector>
  </HeadingPairs>
  <TitlesOfParts>
    <vt:vector size="30" baseType="lpstr">
      <vt:lpstr>.AppleSystemUIFont</vt:lpstr>
      <vt:lpstr>等线</vt:lpstr>
      <vt:lpstr>黑体</vt:lpstr>
      <vt:lpstr>Microsoft YaHei</vt:lpstr>
      <vt:lpstr>Microsoft YaHei</vt:lpstr>
      <vt:lpstr>Arial</vt:lpstr>
      <vt:lpstr>Calibri</vt:lpstr>
      <vt:lpstr>封面页_图片版 </vt:lpstr>
      <vt:lpstr>目录页</vt:lpstr>
      <vt:lpstr>章节页</vt:lpstr>
      <vt:lpstr>结束页</vt:lpstr>
      <vt:lpstr>企业网络常用图标（扁平版）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Huawei Technologies Co.,Ltd.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Yankun</dc:creator>
  <cp:lastModifiedBy>Yankun</cp:lastModifiedBy>
  <cp:revision>5</cp:revision>
  <dcterms:created xsi:type="dcterms:W3CDTF">2020-08-28T08:44:19Z</dcterms:created>
  <dcterms:modified xsi:type="dcterms:W3CDTF">2024-07-09T08:10:33Z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2015_ms_pID_725343">
    <vt:lpwstr>(3)5bkNjTcrsBuCZ3717f71Lbifs9JaER6mgBSvJ/H1l07JoJfMfI+9GypTykULapCPRZxcM8id
s5omAJqofCR5wkQU1IJ1UcAgkPdnMxaxQdXXyN1TuMxxUCQ6PY5fykzxVu8v1zo4DeqMsXrQ
pkhJ6HsttSAetyd5zGbuH/dRl/lVaeQBxHfgqE7J2X/8MTFDaPL/Y75lAhASIAfQ8d1KNhs2
0uNSywof1WS9yvMtfd</vt:lpwstr>
  </property>
  <property fmtid="{D5CDD505-2E9C-101B-9397-08002B2CF9AE}" pid="3" name="_2015_ms_pID_7253431">
    <vt:lpwstr>KqGqKCFnvV0wQH54bjjsFR2MHw3XpN/UJPeLi3oXlZYFYsV+FqQ218
er3niwJMrw6BY1NH4iRKfFHTXLCRwLf9MZVSRSedUfAIuWa9UMGKI0i1URK3yood0TQZoPzy
u5895ceRBo29DCWmgyzK1KGs3Kvj2xBwCstGVnW74pcqjYuzeDYtWw3LSn7dPQDtEqu+McMZ
7U0tz1GAeYMv+ZcYT7Fipl7Dn84Laa/ahZ55</vt:lpwstr>
  </property>
  <property fmtid="{D5CDD505-2E9C-101B-9397-08002B2CF9AE}" pid="4" name="_2015_ms_pID_7253432">
    <vt:lpwstr>Xw==</vt:lpwstr>
  </property>
  <property fmtid="{D5CDD505-2E9C-101B-9397-08002B2CF9AE}" pid="5" name="_readonly">
    <vt:lpwstr/>
  </property>
  <property fmtid="{D5CDD505-2E9C-101B-9397-08002B2CF9AE}" pid="6" name="_change">
    <vt:lpwstr/>
  </property>
  <property fmtid="{D5CDD505-2E9C-101B-9397-08002B2CF9AE}" pid="7" name="_full-control">
    <vt:lpwstr/>
  </property>
  <property fmtid="{D5CDD505-2E9C-101B-9397-08002B2CF9AE}" pid="8" name="sflag">
    <vt:lpwstr>1671000594</vt:lpwstr>
  </property>
</Properties>
</file>